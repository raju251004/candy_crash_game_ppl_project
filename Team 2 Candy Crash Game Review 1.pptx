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61" r:id="rId5"/>
    <p:sldId id="262" r:id="rId6"/>
    <p:sldId id="263" r:id="rId7"/>
    <p:sldId id="264" r:id="rId8"/>
    <p:sldId id="266" r:id="rId9"/>
    <p:sldId id="26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1" d="100"/>
          <a:sy n="51" d="100"/>
        </p:scale>
        <p:origin x="88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F944F5-17F1-476E-8E92-C1B0A3213083}" type="doc">
      <dgm:prSet loTypeId="urn:microsoft.com/office/officeart/2005/8/layout/orgChart1" loCatId="hierarchy" qsTypeId="urn:microsoft.com/office/officeart/2005/8/quickstyle/simple5" qsCatId="simple" csTypeId="urn:microsoft.com/office/officeart/2005/8/colors/accent0_1" csCatId="mainScheme"/>
      <dgm:spPr/>
      <dgm:t>
        <a:bodyPr/>
        <a:lstStyle/>
        <a:p>
          <a:endParaRPr lang="en-US"/>
        </a:p>
      </dgm:t>
    </dgm:pt>
    <dgm:pt modelId="{1A76DF7F-2E26-445C-A648-D4B07E1FBD61}">
      <dgm:prSet/>
      <dgm:spPr/>
      <dgm:t>
        <a:bodyPr/>
        <a:lstStyle/>
        <a:p>
          <a:r>
            <a:rPr lang="en-US" b="1" u="sng" baseline="0"/>
            <a:t>SYNOPSIS</a:t>
          </a:r>
          <a:endParaRPr lang="en-US"/>
        </a:p>
      </dgm:t>
    </dgm:pt>
    <dgm:pt modelId="{402B47C5-06E0-44FE-834C-3CD8156E858F}" type="parTrans" cxnId="{4475D577-0214-4D23-8D25-348697DCDF05}">
      <dgm:prSet/>
      <dgm:spPr/>
      <dgm:t>
        <a:bodyPr/>
        <a:lstStyle/>
        <a:p>
          <a:endParaRPr lang="en-US"/>
        </a:p>
      </dgm:t>
    </dgm:pt>
    <dgm:pt modelId="{8779CCBC-7F0D-4D80-B8BA-35C3D8983DB0}" type="sibTrans" cxnId="{4475D577-0214-4D23-8D25-348697DCDF05}">
      <dgm:prSet/>
      <dgm:spPr/>
      <dgm:t>
        <a:bodyPr/>
        <a:lstStyle/>
        <a:p>
          <a:endParaRPr lang="en-US"/>
        </a:p>
      </dgm:t>
    </dgm:pt>
    <dgm:pt modelId="{A2EECD30-DD28-4711-B123-43824924F12B}">
      <dgm:prSet/>
      <dgm:spPr/>
      <dgm:t>
        <a:bodyPr/>
        <a:lstStyle/>
        <a:p>
          <a:r>
            <a:rPr lang="en-US" baseline="0"/>
            <a:t>INTRODUCTION</a:t>
          </a:r>
          <a:endParaRPr lang="en-US"/>
        </a:p>
      </dgm:t>
    </dgm:pt>
    <dgm:pt modelId="{4A3FB275-E4EE-4B78-B7C4-056C1E6177CA}" type="parTrans" cxnId="{229C4E0C-B03D-4B3B-8E6F-6156C5DD2E73}">
      <dgm:prSet/>
      <dgm:spPr/>
      <dgm:t>
        <a:bodyPr/>
        <a:lstStyle/>
        <a:p>
          <a:endParaRPr lang="en-US"/>
        </a:p>
      </dgm:t>
    </dgm:pt>
    <dgm:pt modelId="{8857F529-1F4F-4596-A20A-FF6CE1F6BFBD}" type="sibTrans" cxnId="{229C4E0C-B03D-4B3B-8E6F-6156C5DD2E73}">
      <dgm:prSet/>
      <dgm:spPr/>
      <dgm:t>
        <a:bodyPr/>
        <a:lstStyle/>
        <a:p>
          <a:endParaRPr lang="en-US"/>
        </a:p>
      </dgm:t>
    </dgm:pt>
    <dgm:pt modelId="{D453A195-9DED-4286-9690-C10ADED73341}">
      <dgm:prSet/>
      <dgm:spPr/>
      <dgm:t>
        <a:bodyPr/>
        <a:lstStyle/>
        <a:p>
          <a:r>
            <a:rPr lang="en-US" baseline="0" dirty="0"/>
            <a:t>ABSTRACT</a:t>
          </a:r>
          <a:endParaRPr lang="en-US" dirty="0"/>
        </a:p>
      </dgm:t>
    </dgm:pt>
    <dgm:pt modelId="{F0EF7B57-1594-4E0C-A3FD-B8FF200C9C15}" type="parTrans" cxnId="{E1B31EF5-DF3D-4BDD-8791-595CEF064DF7}">
      <dgm:prSet/>
      <dgm:spPr/>
      <dgm:t>
        <a:bodyPr/>
        <a:lstStyle/>
        <a:p>
          <a:endParaRPr lang="en-US"/>
        </a:p>
      </dgm:t>
    </dgm:pt>
    <dgm:pt modelId="{825D5BA1-BDF8-46DC-9789-029E71BBCBC5}" type="sibTrans" cxnId="{E1B31EF5-DF3D-4BDD-8791-595CEF064DF7}">
      <dgm:prSet/>
      <dgm:spPr/>
      <dgm:t>
        <a:bodyPr/>
        <a:lstStyle/>
        <a:p>
          <a:endParaRPr lang="en-US"/>
        </a:p>
      </dgm:t>
    </dgm:pt>
    <dgm:pt modelId="{D3064958-53C3-468C-8826-6AF9AA59FFE9}">
      <dgm:prSet/>
      <dgm:spPr/>
      <dgm:t>
        <a:bodyPr/>
        <a:lstStyle/>
        <a:p>
          <a:r>
            <a:rPr lang="en-US" baseline="0"/>
            <a:t>STATEMENT</a:t>
          </a:r>
          <a:endParaRPr lang="en-US"/>
        </a:p>
      </dgm:t>
    </dgm:pt>
    <dgm:pt modelId="{5617744E-94FC-4B0E-9863-AFA25EA5E91D}" type="parTrans" cxnId="{5AEE1B88-0574-4EF9-B2FE-A8BA4FA2FB75}">
      <dgm:prSet/>
      <dgm:spPr/>
      <dgm:t>
        <a:bodyPr/>
        <a:lstStyle/>
        <a:p>
          <a:endParaRPr lang="en-US"/>
        </a:p>
      </dgm:t>
    </dgm:pt>
    <dgm:pt modelId="{E341FF3B-B548-4AD0-BF44-19C7B8712AC7}" type="sibTrans" cxnId="{5AEE1B88-0574-4EF9-B2FE-A8BA4FA2FB75}">
      <dgm:prSet/>
      <dgm:spPr/>
      <dgm:t>
        <a:bodyPr/>
        <a:lstStyle/>
        <a:p>
          <a:endParaRPr lang="en-US"/>
        </a:p>
      </dgm:t>
    </dgm:pt>
    <dgm:pt modelId="{7DF92D0D-DA36-49A9-887E-EA442BA34F05}">
      <dgm:prSet/>
      <dgm:spPr/>
      <dgm:t>
        <a:bodyPr/>
        <a:lstStyle/>
        <a:p>
          <a:r>
            <a:rPr lang="en-US" baseline="0"/>
            <a:t>PROBLEM</a:t>
          </a:r>
          <a:endParaRPr lang="en-US"/>
        </a:p>
      </dgm:t>
    </dgm:pt>
    <dgm:pt modelId="{D1831456-B030-4119-BA4D-A05918B5C249}" type="parTrans" cxnId="{5F444946-705A-428D-91D1-726E3429F0B8}">
      <dgm:prSet/>
      <dgm:spPr/>
      <dgm:t>
        <a:bodyPr/>
        <a:lstStyle/>
        <a:p>
          <a:endParaRPr lang="en-US"/>
        </a:p>
      </dgm:t>
    </dgm:pt>
    <dgm:pt modelId="{81879220-95BC-448F-9A99-C7254295D8FA}" type="sibTrans" cxnId="{5F444946-705A-428D-91D1-726E3429F0B8}">
      <dgm:prSet/>
      <dgm:spPr/>
      <dgm:t>
        <a:bodyPr/>
        <a:lstStyle/>
        <a:p>
          <a:endParaRPr lang="en-US"/>
        </a:p>
      </dgm:t>
    </dgm:pt>
    <dgm:pt modelId="{F34480CC-CBDE-4B39-9D1C-1DFE61C051C0}">
      <dgm:prSet/>
      <dgm:spPr/>
      <dgm:t>
        <a:bodyPr/>
        <a:lstStyle/>
        <a:p>
          <a:r>
            <a:rPr lang="en-US" baseline="0"/>
            <a:t>REQUIREMENTS</a:t>
          </a:r>
          <a:endParaRPr lang="en-US"/>
        </a:p>
      </dgm:t>
    </dgm:pt>
    <dgm:pt modelId="{3F602402-F5A4-472F-A1F1-BB68CE120374}" type="parTrans" cxnId="{642DB78E-8800-4243-BD17-863C712EDCBF}">
      <dgm:prSet/>
      <dgm:spPr/>
      <dgm:t>
        <a:bodyPr/>
        <a:lstStyle/>
        <a:p>
          <a:endParaRPr lang="en-US"/>
        </a:p>
      </dgm:t>
    </dgm:pt>
    <dgm:pt modelId="{6EC8D92A-7BEF-4B9D-8F75-2AEA5CB5A3DE}" type="sibTrans" cxnId="{642DB78E-8800-4243-BD17-863C712EDCBF}">
      <dgm:prSet/>
      <dgm:spPr/>
      <dgm:t>
        <a:bodyPr/>
        <a:lstStyle/>
        <a:p>
          <a:endParaRPr lang="en-US"/>
        </a:p>
      </dgm:t>
    </dgm:pt>
    <dgm:pt modelId="{D96EC8A2-26A8-443D-BC94-44D0135A4F60}" type="pres">
      <dgm:prSet presAssocID="{23F944F5-17F1-476E-8E92-C1B0A3213083}" presName="hierChild1" presStyleCnt="0">
        <dgm:presLayoutVars>
          <dgm:orgChart val="1"/>
          <dgm:chPref val="1"/>
          <dgm:dir/>
          <dgm:animOne val="branch"/>
          <dgm:animLvl val="lvl"/>
          <dgm:resizeHandles/>
        </dgm:presLayoutVars>
      </dgm:prSet>
      <dgm:spPr/>
    </dgm:pt>
    <dgm:pt modelId="{0238BD26-ADA2-4292-95EF-1AE1D826A793}" type="pres">
      <dgm:prSet presAssocID="{1A76DF7F-2E26-445C-A648-D4B07E1FBD61}" presName="hierRoot1" presStyleCnt="0">
        <dgm:presLayoutVars>
          <dgm:hierBranch val="init"/>
        </dgm:presLayoutVars>
      </dgm:prSet>
      <dgm:spPr/>
    </dgm:pt>
    <dgm:pt modelId="{A379CA9A-3EF9-4303-93B3-0229EB5BF9F1}" type="pres">
      <dgm:prSet presAssocID="{1A76DF7F-2E26-445C-A648-D4B07E1FBD61}" presName="rootComposite1" presStyleCnt="0"/>
      <dgm:spPr/>
    </dgm:pt>
    <dgm:pt modelId="{71F78F94-ED35-4942-93C1-FFF06C98060E}" type="pres">
      <dgm:prSet presAssocID="{1A76DF7F-2E26-445C-A648-D4B07E1FBD61}" presName="rootText1" presStyleLbl="node0" presStyleIdx="0" presStyleCnt="1">
        <dgm:presLayoutVars>
          <dgm:chPref val="3"/>
        </dgm:presLayoutVars>
      </dgm:prSet>
      <dgm:spPr/>
    </dgm:pt>
    <dgm:pt modelId="{39E54EA0-A54C-49E6-8159-860BCA0B430A}" type="pres">
      <dgm:prSet presAssocID="{1A76DF7F-2E26-445C-A648-D4B07E1FBD61}" presName="rootConnector1" presStyleLbl="node1" presStyleIdx="0" presStyleCnt="0"/>
      <dgm:spPr/>
    </dgm:pt>
    <dgm:pt modelId="{A5A13CEE-C35C-464A-B0E1-8650D1F61E02}" type="pres">
      <dgm:prSet presAssocID="{1A76DF7F-2E26-445C-A648-D4B07E1FBD61}" presName="hierChild2" presStyleCnt="0"/>
      <dgm:spPr/>
    </dgm:pt>
    <dgm:pt modelId="{1AC1B82F-37C3-4D67-A45D-AAE857BA06E4}" type="pres">
      <dgm:prSet presAssocID="{4A3FB275-E4EE-4B78-B7C4-056C1E6177CA}" presName="Name37" presStyleLbl="parChTrans1D2" presStyleIdx="0" presStyleCnt="5"/>
      <dgm:spPr/>
    </dgm:pt>
    <dgm:pt modelId="{7AF38986-A960-4DD5-A022-E9FD83E84916}" type="pres">
      <dgm:prSet presAssocID="{A2EECD30-DD28-4711-B123-43824924F12B}" presName="hierRoot2" presStyleCnt="0">
        <dgm:presLayoutVars>
          <dgm:hierBranch val="init"/>
        </dgm:presLayoutVars>
      </dgm:prSet>
      <dgm:spPr/>
    </dgm:pt>
    <dgm:pt modelId="{B65B31DA-C8D3-4A54-8F06-9D6641B67C92}" type="pres">
      <dgm:prSet presAssocID="{A2EECD30-DD28-4711-B123-43824924F12B}" presName="rootComposite" presStyleCnt="0"/>
      <dgm:spPr/>
    </dgm:pt>
    <dgm:pt modelId="{D8E39330-59F6-4B25-A897-10A5F39CD07B}" type="pres">
      <dgm:prSet presAssocID="{A2EECD30-DD28-4711-B123-43824924F12B}" presName="rootText" presStyleLbl="node2" presStyleIdx="0" presStyleCnt="5">
        <dgm:presLayoutVars>
          <dgm:chPref val="3"/>
        </dgm:presLayoutVars>
      </dgm:prSet>
      <dgm:spPr/>
    </dgm:pt>
    <dgm:pt modelId="{EF40E952-0600-4480-9CE0-F749FD506F32}" type="pres">
      <dgm:prSet presAssocID="{A2EECD30-DD28-4711-B123-43824924F12B}" presName="rootConnector" presStyleLbl="node2" presStyleIdx="0" presStyleCnt="5"/>
      <dgm:spPr/>
    </dgm:pt>
    <dgm:pt modelId="{31F0A629-7539-48BA-A426-C8F9758BE47B}" type="pres">
      <dgm:prSet presAssocID="{A2EECD30-DD28-4711-B123-43824924F12B}" presName="hierChild4" presStyleCnt="0"/>
      <dgm:spPr/>
    </dgm:pt>
    <dgm:pt modelId="{420075AA-3C0A-4AE8-B512-4252C9D9A42A}" type="pres">
      <dgm:prSet presAssocID="{A2EECD30-DD28-4711-B123-43824924F12B}" presName="hierChild5" presStyleCnt="0"/>
      <dgm:spPr/>
    </dgm:pt>
    <dgm:pt modelId="{32F2F827-5304-46D8-B89F-8AE7DC32F355}" type="pres">
      <dgm:prSet presAssocID="{F0EF7B57-1594-4E0C-A3FD-B8FF200C9C15}" presName="Name37" presStyleLbl="parChTrans1D2" presStyleIdx="1" presStyleCnt="5"/>
      <dgm:spPr/>
    </dgm:pt>
    <dgm:pt modelId="{86D18B2F-EEEE-4580-B26D-91C078C17E47}" type="pres">
      <dgm:prSet presAssocID="{D453A195-9DED-4286-9690-C10ADED73341}" presName="hierRoot2" presStyleCnt="0">
        <dgm:presLayoutVars>
          <dgm:hierBranch val="init"/>
        </dgm:presLayoutVars>
      </dgm:prSet>
      <dgm:spPr/>
    </dgm:pt>
    <dgm:pt modelId="{9EE538C4-CBDA-4DDA-9536-BBAC26DF8E79}" type="pres">
      <dgm:prSet presAssocID="{D453A195-9DED-4286-9690-C10ADED73341}" presName="rootComposite" presStyleCnt="0"/>
      <dgm:spPr/>
    </dgm:pt>
    <dgm:pt modelId="{8927A0A7-C0AD-4B28-8CBF-31F61CA8FE3B}" type="pres">
      <dgm:prSet presAssocID="{D453A195-9DED-4286-9690-C10ADED73341}" presName="rootText" presStyleLbl="node2" presStyleIdx="1" presStyleCnt="5">
        <dgm:presLayoutVars>
          <dgm:chPref val="3"/>
        </dgm:presLayoutVars>
      </dgm:prSet>
      <dgm:spPr/>
    </dgm:pt>
    <dgm:pt modelId="{F62DFDAE-15C8-4E1D-865C-7551D70F6748}" type="pres">
      <dgm:prSet presAssocID="{D453A195-9DED-4286-9690-C10ADED73341}" presName="rootConnector" presStyleLbl="node2" presStyleIdx="1" presStyleCnt="5"/>
      <dgm:spPr/>
    </dgm:pt>
    <dgm:pt modelId="{7504E92E-A1FE-464E-8B3D-C78E79B7806E}" type="pres">
      <dgm:prSet presAssocID="{D453A195-9DED-4286-9690-C10ADED73341}" presName="hierChild4" presStyleCnt="0"/>
      <dgm:spPr/>
    </dgm:pt>
    <dgm:pt modelId="{F6000F2D-7164-401F-91F5-5738CBC30C87}" type="pres">
      <dgm:prSet presAssocID="{D453A195-9DED-4286-9690-C10ADED73341}" presName="hierChild5" presStyleCnt="0"/>
      <dgm:spPr/>
    </dgm:pt>
    <dgm:pt modelId="{CB83B5E0-70D3-496D-8FBE-0EA4AFFDCA72}" type="pres">
      <dgm:prSet presAssocID="{5617744E-94FC-4B0E-9863-AFA25EA5E91D}" presName="Name37" presStyleLbl="parChTrans1D2" presStyleIdx="2" presStyleCnt="5"/>
      <dgm:spPr/>
    </dgm:pt>
    <dgm:pt modelId="{6326F953-C550-4F9E-8DA2-9C9C7DA45327}" type="pres">
      <dgm:prSet presAssocID="{D3064958-53C3-468C-8826-6AF9AA59FFE9}" presName="hierRoot2" presStyleCnt="0">
        <dgm:presLayoutVars>
          <dgm:hierBranch val="init"/>
        </dgm:presLayoutVars>
      </dgm:prSet>
      <dgm:spPr/>
    </dgm:pt>
    <dgm:pt modelId="{C4B9E571-2AD9-401F-8716-3986AAFB005F}" type="pres">
      <dgm:prSet presAssocID="{D3064958-53C3-468C-8826-6AF9AA59FFE9}" presName="rootComposite" presStyleCnt="0"/>
      <dgm:spPr/>
    </dgm:pt>
    <dgm:pt modelId="{1379659E-F626-4E3E-A369-54A77320D33F}" type="pres">
      <dgm:prSet presAssocID="{D3064958-53C3-468C-8826-6AF9AA59FFE9}" presName="rootText" presStyleLbl="node2" presStyleIdx="2" presStyleCnt="5">
        <dgm:presLayoutVars>
          <dgm:chPref val="3"/>
        </dgm:presLayoutVars>
      </dgm:prSet>
      <dgm:spPr/>
    </dgm:pt>
    <dgm:pt modelId="{705C359F-2DAA-49EA-8A84-22B79181688B}" type="pres">
      <dgm:prSet presAssocID="{D3064958-53C3-468C-8826-6AF9AA59FFE9}" presName="rootConnector" presStyleLbl="node2" presStyleIdx="2" presStyleCnt="5"/>
      <dgm:spPr/>
    </dgm:pt>
    <dgm:pt modelId="{6A2F6B7F-EB83-422F-9A2C-76FF1E1B9852}" type="pres">
      <dgm:prSet presAssocID="{D3064958-53C3-468C-8826-6AF9AA59FFE9}" presName="hierChild4" presStyleCnt="0"/>
      <dgm:spPr/>
    </dgm:pt>
    <dgm:pt modelId="{CE89C9F6-421D-4784-95BA-323DDA24A50A}" type="pres">
      <dgm:prSet presAssocID="{D3064958-53C3-468C-8826-6AF9AA59FFE9}" presName="hierChild5" presStyleCnt="0"/>
      <dgm:spPr/>
    </dgm:pt>
    <dgm:pt modelId="{484A55EA-374E-4987-A9A1-B7B092F77012}" type="pres">
      <dgm:prSet presAssocID="{D1831456-B030-4119-BA4D-A05918B5C249}" presName="Name37" presStyleLbl="parChTrans1D2" presStyleIdx="3" presStyleCnt="5"/>
      <dgm:spPr/>
    </dgm:pt>
    <dgm:pt modelId="{FF67EEA0-1E73-4D66-A0E9-71BE0BB0F286}" type="pres">
      <dgm:prSet presAssocID="{7DF92D0D-DA36-49A9-887E-EA442BA34F05}" presName="hierRoot2" presStyleCnt="0">
        <dgm:presLayoutVars>
          <dgm:hierBranch val="init"/>
        </dgm:presLayoutVars>
      </dgm:prSet>
      <dgm:spPr/>
    </dgm:pt>
    <dgm:pt modelId="{02A0AF66-EF47-4540-8F08-539459B1E64B}" type="pres">
      <dgm:prSet presAssocID="{7DF92D0D-DA36-49A9-887E-EA442BA34F05}" presName="rootComposite" presStyleCnt="0"/>
      <dgm:spPr/>
    </dgm:pt>
    <dgm:pt modelId="{4E3580FC-A80B-4E30-A6C6-D46965228BD4}" type="pres">
      <dgm:prSet presAssocID="{7DF92D0D-DA36-49A9-887E-EA442BA34F05}" presName="rootText" presStyleLbl="node2" presStyleIdx="3" presStyleCnt="5">
        <dgm:presLayoutVars>
          <dgm:chPref val="3"/>
        </dgm:presLayoutVars>
      </dgm:prSet>
      <dgm:spPr/>
    </dgm:pt>
    <dgm:pt modelId="{CDC2B51B-6B15-4564-884C-2CB8CD6C3C0A}" type="pres">
      <dgm:prSet presAssocID="{7DF92D0D-DA36-49A9-887E-EA442BA34F05}" presName="rootConnector" presStyleLbl="node2" presStyleIdx="3" presStyleCnt="5"/>
      <dgm:spPr/>
    </dgm:pt>
    <dgm:pt modelId="{2A0CBD25-4133-4C4F-AAD3-FDB3555C5170}" type="pres">
      <dgm:prSet presAssocID="{7DF92D0D-DA36-49A9-887E-EA442BA34F05}" presName="hierChild4" presStyleCnt="0"/>
      <dgm:spPr/>
    </dgm:pt>
    <dgm:pt modelId="{BDD2421A-FB0A-4A5B-9CBF-9C249E0B5A0C}" type="pres">
      <dgm:prSet presAssocID="{7DF92D0D-DA36-49A9-887E-EA442BA34F05}" presName="hierChild5" presStyleCnt="0"/>
      <dgm:spPr/>
    </dgm:pt>
    <dgm:pt modelId="{C700D022-5A60-494F-AE4A-03A407D3792F}" type="pres">
      <dgm:prSet presAssocID="{3F602402-F5A4-472F-A1F1-BB68CE120374}" presName="Name37" presStyleLbl="parChTrans1D2" presStyleIdx="4" presStyleCnt="5"/>
      <dgm:spPr/>
    </dgm:pt>
    <dgm:pt modelId="{F44D1313-3B15-4028-9317-F0C52BAA19A8}" type="pres">
      <dgm:prSet presAssocID="{F34480CC-CBDE-4B39-9D1C-1DFE61C051C0}" presName="hierRoot2" presStyleCnt="0">
        <dgm:presLayoutVars>
          <dgm:hierBranch val="init"/>
        </dgm:presLayoutVars>
      </dgm:prSet>
      <dgm:spPr/>
    </dgm:pt>
    <dgm:pt modelId="{CEF0EF54-B05A-47B6-ABD5-F77F005E0911}" type="pres">
      <dgm:prSet presAssocID="{F34480CC-CBDE-4B39-9D1C-1DFE61C051C0}" presName="rootComposite" presStyleCnt="0"/>
      <dgm:spPr/>
    </dgm:pt>
    <dgm:pt modelId="{3DB1C212-F2FE-4509-861F-C4D716086443}" type="pres">
      <dgm:prSet presAssocID="{F34480CC-CBDE-4B39-9D1C-1DFE61C051C0}" presName="rootText" presStyleLbl="node2" presStyleIdx="4" presStyleCnt="5">
        <dgm:presLayoutVars>
          <dgm:chPref val="3"/>
        </dgm:presLayoutVars>
      </dgm:prSet>
      <dgm:spPr/>
    </dgm:pt>
    <dgm:pt modelId="{E3429C71-8239-4287-BB83-AB9BC047413E}" type="pres">
      <dgm:prSet presAssocID="{F34480CC-CBDE-4B39-9D1C-1DFE61C051C0}" presName="rootConnector" presStyleLbl="node2" presStyleIdx="4" presStyleCnt="5"/>
      <dgm:spPr/>
    </dgm:pt>
    <dgm:pt modelId="{C2BC47B3-E2A3-45BA-98EC-9C7FA9F4167D}" type="pres">
      <dgm:prSet presAssocID="{F34480CC-CBDE-4B39-9D1C-1DFE61C051C0}" presName="hierChild4" presStyleCnt="0"/>
      <dgm:spPr/>
    </dgm:pt>
    <dgm:pt modelId="{65412732-C0B8-4A7D-8409-D1FC9FDE5F10}" type="pres">
      <dgm:prSet presAssocID="{F34480CC-CBDE-4B39-9D1C-1DFE61C051C0}" presName="hierChild5" presStyleCnt="0"/>
      <dgm:spPr/>
    </dgm:pt>
    <dgm:pt modelId="{7A21C34E-DBAE-47D9-BCF7-30169BA9C4FB}" type="pres">
      <dgm:prSet presAssocID="{1A76DF7F-2E26-445C-A648-D4B07E1FBD61}" presName="hierChild3" presStyleCnt="0"/>
      <dgm:spPr/>
    </dgm:pt>
  </dgm:ptLst>
  <dgm:cxnLst>
    <dgm:cxn modelId="{2E1F3D06-5221-4E76-BF8E-68499C880EC1}" type="presOf" srcId="{D1831456-B030-4119-BA4D-A05918B5C249}" destId="{484A55EA-374E-4987-A9A1-B7B092F77012}" srcOrd="0" destOrd="0" presId="urn:microsoft.com/office/officeart/2005/8/layout/orgChart1"/>
    <dgm:cxn modelId="{229C4E0C-B03D-4B3B-8E6F-6156C5DD2E73}" srcId="{1A76DF7F-2E26-445C-A648-D4B07E1FBD61}" destId="{A2EECD30-DD28-4711-B123-43824924F12B}" srcOrd="0" destOrd="0" parTransId="{4A3FB275-E4EE-4B78-B7C4-056C1E6177CA}" sibTransId="{8857F529-1F4F-4596-A20A-FF6CE1F6BFBD}"/>
    <dgm:cxn modelId="{42D14F21-AF1C-48DE-A108-011ED1D49D67}" type="presOf" srcId="{4A3FB275-E4EE-4B78-B7C4-056C1E6177CA}" destId="{1AC1B82F-37C3-4D67-A45D-AAE857BA06E4}" srcOrd="0" destOrd="0" presId="urn:microsoft.com/office/officeart/2005/8/layout/orgChart1"/>
    <dgm:cxn modelId="{9DDBE130-B531-4E8E-9284-9AFF31C0EE3D}" type="presOf" srcId="{D453A195-9DED-4286-9690-C10ADED73341}" destId="{8927A0A7-C0AD-4B28-8CBF-31F61CA8FE3B}" srcOrd="0" destOrd="0" presId="urn:microsoft.com/office/officeart/2005/8/layout/orgChart1"/>
    <dgm:cxn modelId="{FA2C7938-33EF-41B4-B9ED-11FC259F0135}" type="presOf" srcId="{1A76DF7F-2E26-445C-A648-D4B07E1FBD61}" destId="{39E54EA0-A54C-49E6-8159-860BCA0B430A}" srcOrd="1" destOrd="0" presId="urn:microsoft.com/office/officeart/2005/8/layout/orgChart1"/>
    <dgm:cxn modelId="{1F32B43F-43D3-4C59-A1F7-BD5AAB73E027}" type="presOf" srcId="{F34480CC-CBDE-4B39-9D1C-1DFE61C051C0}" destId="{3DB1C212-F2FE-4509-861F-C4D716086443}" srcOrd="0" destOrd="0" presId="urn:microsoft.com/office/officeart/2005/8/layout/orgChart1"/>
    <dgm:cxn modelId="{5F444946-705A-428D-91D1-726E3429F0B8}" srcId="{1A76DF7F-2E26-445C-A648-D4B07E1FBD61}" destId="{7DF92D0D-DA36-49A9-887E-EA442BA34F05}" srcOrd="3" destOrd="0" parTransId="{D1831456-B030-4119-BA4D-A05918B5C249}" sibTransId="{81879220-95BC-448F-9A99-C7254295D8FA}"/>
    <dgm:cxn modelId="{FF512E68-1399-413B-A2E1-918FC8CD18E5}" type="presOf" srcId="{7DF92D0D-DA36-49A9-887E-EA442BA34F05}" destId="{CDC2B51B-6B15-4564-884C-2CB8CD6C3C0A}" srcOrd="1" destOrd="0" presId="urn:microsoft.com/office/officeart/2005/8/layout/orgChart1"/>
    <dgm:cxn modelId="{FFCF746C-CC49-40A5-B669-C87A078A152C}" type="presOf" srcId="{1A76DF7F-2E26-445C-A648-D4B07E1FBD61}" destId="{71F78F94-ED35-4942-93C1-FFF06C98060E}" srcOrd="0" destOrd="0" presId="urn:microsoft.com/office/officeart/2005/8/layout/orgChart1"/>
    <dgm:cxn modelId="{35FB5A4C-1C1A-4616-BABC-9C714D5EB7A1}" type="presOf" srcId="{3F602402-F5A4-472F-A1F1-BB68CE120374}" destId="{C700D022-5A60-494F-AE4A-03A407D3792F}" srcOrd="0" destOrd="0" presId="urn:microsoft.com/office/officeart/2005/8/layout/orgChart1"/>
    <dgm:cxn modelId="{4475D577-0214-4D23-8D25-348697DCDF05}" srcId="{23F944F5-17F1-476E-8E92-C1B0A3213083}" destId="{1A76DF7F-2E26-445C-A648-D4B07E1FBD61}" srcOrd="0" destOrd="0" parTransId="{402B47C5-06E0-44FE-834C-3CD8156E858F}" sibTransId="{8779CCBC-7F0D-4D80-B8BA-35C3D8983DB0}"/>
    <dgm:cxn modelId="{70E9DF85-D459-4EC3-A726-0C7D88E50622}" type="presOf" srcId="{F34480CC-CBDE-4B39-9D1C-1DFE61C051C0}" destId="{E3429C71-8239-4287-BB83-AB9BC047413E}" srcOrd="1" destOrd="0" presId="urn:microsoft.com/office/officeart/2005/8/layout/orgChart1"/>
    <dgm:cxn modelId="{5AEE1B88-0574-4EF9-B2FE-A8BA4FA2FB75}" srcId="{1A76DF7F-2E26-445C-A648-D4B07E1FBD61}" destId="{D3064958-53C3-468C-8826-6AF9AA59FFE9}" srcOrd="2" destOrd="0" parTransId="{5617744E-94FC-4B0E-9863-AFA25EA5E91D}" sibTransId="{E341FF3B-B548-4AD0-BF44-19C7B8712AC7}"/>
    <dgm:cxn modelId="{FDEA2A8E-4084-462A-AF03-8C5A79EA4638}" type="presOf" srcId="{A2EECD30-DD28-4711-B123-43824924F12B}" destId="{EF40E952-0600-4480-9CE0-F749FD506F32}" srcOrd="1" destOrd="0" presId="urn:microsoft.com/office/officeart/2005/8/layout/orgChart1"/>
    <dgm:cxn modelId="{642DB78E-8800-4243-BD17-863C712EDCBF}" srcId="{1A76DF7F-2E26-445C-A648-D4B07E1FBD61}" destId="{F34480CC-CBDE-4B39-9D1C-1DFE61C051C0}" srcOrd="4" destOrd="0" parTransId="{3F602402-F5A4-472F-A1F1-BB68CE120374}" sibTransId="{6EC8D92A-7BEF-4B9D-8F75-2AEA5CB5A3DE}"/>
    <dgm:cxn modelId="{8C3C9495-A72C-48B0-921A-1F696206A485}" type="presOf" srcId="{F0EF7B57-1594-4E0C-A3FD-B8FF200C9C15}" destId="{32F2F827-5304-46D8-B89F-8AE7DC32F355}" srcOrd="0" destOrd="0" presId="urn:microsoft.com/office/officeart/2005/8/layout/orgChart1"/>
    <dgm:cxn modelId="{A63EEFA2-C374-4F01-B97B-9C30832D1D4C}" type="presOf" srcId="{D3064958-53C3-468C-8826-6AF9AA59FFE9}" destId="{1379659E-F626-4E3E-A369-54A77320D33F}" srcOrd="0" destOrd="0" presId="urn:microsoft.com/office/officeart/2005/8/layout/orgChart1"/>
    <dgm:cxn modelId="{F22D4EA7-FAA6-4FF8-B4F7-B4B22F8553D7}" type="presOf" srcId="{7DF92D0D-DA36-49A9-887E-EA442BA34F05}" destId="{4E3580FC-A80B-4E30-A6C6-D46965228BD4}" srcOrd="0" destOrd="0" presId="urn:microsoft.com/office/officeart/2005/8/layout/orgChart1"/>
    <dgm:cxn modelId="{C9AB6CAF-04FA-4DF4-AC06-7BC439F33D80}" type="presOf" srcId="{A2EECD30-DD28-4711-B123-43824924F12B}" destId="{D8E39330-59F6-4B25-A897-10A5F39CD07B}" srcOrd="0" destOrd="0" presId="urn:microsoft.com/office/officeart/2005/8/layout/orgChart1"/>
    <dgm:cxn modelId="{8E1AD9D3-EA2D-4D3A-AB03-58DC0273346D}" type="presOf" srcId="{5617744E-94FC-4B0E-9863-AFA25EA5E91D}" destId="{CB83B5E0-70D3-496D-8FBE-0EA4AFFDCA72}" srcOrd="0" destOrd="0" presId="urn:microsoft.com/office/officeart/2005/8/layout/orgChart1"/>
    <dgm:cxn modelId="{54377AE9-4F94-4BD1-9D2C-88D90FC20782}" type="presOf" srcId="{D453A195-9DED-4286-9690-C10ADED73341}" destId="{F62DFDAE-15C8-4E1D-865C-7551D70F6748}" srcOrd="1" destOrd="0" presId="urn:microsoft.com/office/officeart/2005/8/layout/orgChart1"/>
    <dgm:cxn modelId="{5182C9F1-611B-408D-9EE1-B5B9009C45B3}" type="presOf" srcId="{D3064958-53C3-468C-8826-6AF9AA59FFE9}" destId="{705C359F-2DAA-49EA-8A84-22B79181688B}" srcOrd="1" destOrd="0" presId="urn:microsoft.com/office/officeart/2005/8/layout/orgChart1"/>
    <dgm:cxn modelId="{E1B31EF5-DF3D-4BDD-8791-595CEF064DF7}" srcId="{1A76DF7F-2E26-445C-A648-D4B07E1FBD61}" destId="{D453A195-9DED-4286-9690-C10ADED73341}" srcOrd="1" destOrd="0" parTransId="{F0EF7B57-1594-4E0C-A3FD-B8FF200C9C15}" sibTransId="{825D5BA1-BDF8-46DC-9789-029E71BBCBC5}"/>
    <dgm:cxn modelId="{79C070FA-8913-4496-8C94-B5BBABBBD03D}" type="presOf" srcId="{23F944F5-17F1-476E-8E92-C1B0A3213083}" destId="{D96EC8A2-26A8-443D-BC94-44D0135A4F60}" srcOrd="0" destOrd="0" presId="urn:microsoft.com/office/officeart/2005/8/layout/orgChart1"/>
    <dgm:cxn modelId="{188D689E-0477-427D-B243-283C63C71A4C}" type="presParOf" srcId="{D96EC8A2-26A8-443D-BC94-44D0135A4F60}" destId="{0238BD26-ADA2-4292-95EF-1AE1D826A793}" srcOrd="0" destOrd="0" presId="urn:microsoft.com/office/officeart/2005/8/layout/orgChart1"/>
    <dgm:cxn modelId="{771506E3-60CF-42A5-895C-C3153FE2C67F}" type="presParOf" srcId="{0238BD26-ADA2-4292-95EF-1AE1D826A793}" destId="{A379CA9A-3EF9-4303-93B3-0229EB5BF9F1}" srcOrd="0" destOrd="0" presId="urn:microsoft.com/office/officeart/2005/8/layout/orgChart1"/>
    <dgm:cxn modelId="{014C3235-9801-4294-9AF9-485BFFCA0AE8}" type="presParOf" srcId="{A379CA9A-3EF9-4303-93B3-0229EB5BF9F1}" destId="{71F78F94-ED35-4942-93C1-FFF06C98060E}" srcOrd="0" destOrd="0" presId="urn:microsoft.com/office/officeart/2005/8/layout/orgChart1"/>
    <dgm:cxn modelId="{B2259F70-2A29-471B-9E3F-D29CE9AD4D7D}" type="presParOf" srcId="{A379CA9A-3EF9-4303-93B3-0229EB5BF9F1}" destId="{39E54EA0-A54C-49E6-8159-860BCA0B430A}" srcOrd="1" destOrd="0" presId="urn:microsoft.com/office/officeart/2005/8/layout/orgChart1"/>
    <dgm:cxn modelId="{50595C58-7DAA-4D17-A11B-D5C53524482D}" type="presParOf" srcId="{0238BD26-ADA2-4292-95EF-1AE1D826A793}" destId="{A5A13CEE-C35C-464A-B0E1-8650D1F61E02}" srcOrd="1" destOrd="0" presId="urn:microsoft.com/office/officeart/2005/8/layout/orgChart1"/>
    <dgm:cxn modelId="{BFF93E1F-3DF1-4E37-A8A1-0365B8359347}" type="presParOf" srcId="{A5A13CEE-C35C-464A-B0E1-8650D1F61E02}" destId="{1AC1B82F-37C3-4D67-A45D-AAE857BA06E4}" srcOrd="0" destOrd="0" presId="urn:microsoft.com/office/officeart/2005/8/layout/orgChart1"/>
    <dgm:cxn modelId="{E33C67C0-A494-459E-82D2-2211D23BDE37}" type="presParOf" srcId="{A5A13CEE-C35C-464A-B0E1-8650D1F61E02}" destId="{7AF38986-A960-4DD5-A022-E9FD83E84916}" srcOrd="1" destOrd="0" presId="urn:microsoft.com/office/officeart/2005/8/layout/orgChart1"/>
    <dgm:cxn modelId="{CD5C29BF-74C1-4F83-A00E-0C6370192FB5}" type="presParOf" srcId="{7AF38986-A960-4DD5-A022-E9FD83E84916}" destId="{B65B31DA-C8D3-4A54-8F06-9D6641B67C92}" srcOrd="0" destOrd="0" presId="urn:microsoft.com/office/officeart/2005/8/layout/orgChart1"/>
    <dgm:cxn modelId="{A5483A50-3A25-48E6-9AAB-A0B3349CA764}" type="presParOf" srcId="{B65B31DA-C8D3-4A54-8F06-9D6641B67C92}" destId="{D8E39330-59F6-4B25-A897-10A5F39CD07B}" srcOrd="0" destOrd="0" presId="urn:microsoft.com/office/officeart/2005/8/layout/orgChart1"/>
    <dgm:cxn modelId="{B18E1EEC-BBFA-4931-A2DB-30AE6AD44979}" type="presParOf" srcId="{B65B31DA-C8D3-4A54-8F06-9D6641B67C92}" destId="{EF40E952-0600-4480-9CE0-F749FD506F32}" srcOrd="1" destOrd="0" presId="urn:microsoft.com/office/officeart/2005/8/layout/orgChart1"/>
    <dgm:cxn modelId="{BE1BF3B2-8A9A-446D-A857-D8B96E299126}" type="presParOf" srcId="{7AF38986-A960-4DD5-A022-E9FD83E84916}" destId="{31F0A629-7539-48BA-A426-C8F9758BE47B}" srcOrd="1" destOrd="0" presId="urn:microsoft.com/office/officeart/2005/8/layout/orgChart1"/>
    <dgm:cxn modelId="{C3108249-34D8-4604-9BB3-9D31D3FDD410}" type="presParOf" srcId="{7AF38986-A960-4DD5-A022-E9FD83E84916}" destId="{420075AA-3C0A-4AE8-B512-4252C9D9A42A}" srcOrd="2" destOrd="0" presId="urn:microsoft.com/office/officeart/2005/8/layout/orgChart1"/>
    <dgm:cxn modelId="{232441FE-865C-49FF-8BCF-D11A27FECE86}" type="presParOf" srcId="{A5A13CEE-C35C-464A-B0E1-8650D1F61E02}" destId="{32F2F827-5304-46D8-B89F-8AE7DC32F355}" srcOrd="2" destOrd="0" presId="urn:microsoft.com/office/officeart/2005/8/layout/orgChart1"/>
    <dgm:cxn modelId="{7DCE3DDE-759E-463C-B89C-69CD21019961}" type="presParOf" srcId="{A5A13CEE-C35C-464A-B0E1-8650D1F61E02}" destId="{86D18B2F-EEEE-4580-B26D-91C078C17E47}" srcOrd="3" destOrd="0" presId="urn:microsoft.com/office/officeart/2005/8/layout/orgChart1"/>
    <dgm:cxn modelId="{1CDDBEA7-F735-4D91-BA53-A39191DCA1E4}" type="presParOf" srcId="{86D18B2F-EEEE-4580-B26D-91C078C17E47}" destId="{9EE538C4-CBDA-4DDA-9536-BBAC26DF8E79}" srcOrd="0" destOrd="0" presId="urn:microsoft.com/office/officeart/2005/8/layout/orgChart1"/>
    <dgm:cxn modelId="{831B3243-619D-4F82-87EF-62925BD46FE9}" type="presParOf" srcId="{9EE538C4-CBDA-4DDA-9536-BBAC26DF8E79}" destId="{8927A0A7-C0AD-4B28-8CBF-31F61CA8FE3B}" srcOrd="0" destOrd="0" presId="urn:microsoft.com/office/officeart/2005/8/layout/orgChart1"/>
    <dgm:cxn modelId="{465B3463-047F-4F89-9DF6-9C14F2C95285}" type="presParOf" srcId="{9EE538C4-CBDA-4DDA-9536-BBAC26DF8E79}" destId="{F62DFDAE-15C8-4E1D-865C-7551D70F6748}" srcOrd="1" destOrd="0" presId="urn:microsoft.com/office/officeart/2005/8/layout/orgChart1"/>
    <dgm:cxn modelId="{3E9F403D-8A07-4A00-8F91-F00CBA7384EB}" type="presParOf" srcId="{86D18B2F-EEEE-4580-B26D-91C078C17E47}" destId="{7504E92E-A1FE-464E-8B3D-C78E79B7806E}" srcOrd="1" destOrd="0" presId="urn:microsoft.com/office/officeart/2005/8/layout/orgChart1"/>
    <dgm:cxn modelId="{7F2953A2-EF18-44D4-ACFC-FF7B4106C4EE}" type="presParOf" srcId="{86D18B2F-EEEE-4580-B26D-91C078C17E47}" destId="{F6000F2D-7164-401F-91F5-5738CBC30C87}" srcOrd="2" destOrd="0" presId="urn:microsoft.com/office/officeart/2005/8/layout/orgChart1"/>
    <dgm:cxn modelId="{FE9192AA-9F14-4CB5-8648-C64B84450F63}" type="presParOf" srcId="{A5A13CEE-C35C-464A-B0E1-8650D1F61E02}" destId="{CB83B5E0-70D3-496D-8FBE-0EA4AFFDCA72}" srcOrd="4" destOrd="0" presId="urn:microsoft.com/office/officeart/2005/8/layout/orgChart1"/>
    <dgm:cxn modelId="{D10DBE5E-F9B5-42BB-AD1A-E52B0C9A5B27}" type="presParOf" srcId="{A5A13CEE-C35C-464A-B0E1-8650D1F61E02}" destId="{6326F953-C550-4F9E-8DA2-9C9C7DA45327}" srcOrd="5" destOrd="0" presId="urn:microsoft.com/office/officeart/2005/8/layout/orgChart1"/>
    <dgm:cxn modelId="{3B26B69A-C828-4066-8EAF-353901D842C9}" type="presParOf" srcId="{6326F953-C550-4F9E-8DA2-9C9C7DA45327}" destId="{C4B9E571-2AD9-401F-8716-3986AAFB005F}" srcOrd="0" destOrd="0" presId="urn:microsoft.com/office/officeart/2005/8/layout/orgChart1"/>
    <dgm:cxn modelId="{8D3224A3-379D-4172-BC98-9B768870C3C1}" type="presParOf" srcId="{C4B9E571-2AD9-401F-8716-3986AAFB005F}" destId="{1379659E-F626-4E3E-A369-54A77320D33F}" srcOrd="0" destOrd="0" presId="urn:microsoft.com/office/officeart/2005/8/layout/orgChart1"/>
    <dgm:cxn modelId="{FC2C9360-7932-42DC-B397-BCCDE6102F3D}" type="presParOf" srcId="{C4B9E571-2AD9-401F-8716-3986AAFB005F}" destId="{705C359F-2DAA-49EA-8A84-22B79181688B}" srcOrd="1" destOrd="0" presId="urn:microsoft.com/office/officeart/2005/8/layout/orgChart1"/>
    <dgm:cxn modelId="{B9E54694-5C4D-4951-BF1C-465DF95B2EA1}" type="presParOf" srcId="{6326F953-C550-4F9E-8DA2-9C9C7DA45327}" destId="{6A2F6B7F-EB83-422F-9A2C-76FF1E1B9852}" srcOrd="1" destOrd="0" presId="urn:microsoft.com/office/officeart/2005/8/layout/orgChart1"/>
    <dgm:cxn modelId="{932E8646-A465-4163-8B40-4ACEE8F17A1D}" type="presParOf" srcId="{6326F953-C550-4F9E-8DA2-9C9C7DA45327}" destId="{CE89C9F6-421D-4784-95BA-323DDA24A50A}" srcOrd="2" destOrd="0" presId="urn:microsoft.com/office/officeart/2005/8/layout/orgChart1"/>
    <dgm:cxn modelId="{EEEE06FC-2D72-48ED-A606-A2068DACBFC3}" type="presParOf" srcId="{A5A13CEE-C35C-464A-B0E1-8650D1F61E02}" destId="{484A55EA-374E-4987-A9A1-B7B092F77012}" srcOrd="6" destOrd="0" presId="urn:microsoft.com/office/officeart/2005/8/layout/orgChart1"/>
    <dgm:cxn modelId="{04065E8F-D1B2-455D-B4FA-213BA580DB84}" type="presParOf" srcId="{A5A13CEE-C35C-464A-B0E1-8650D1F61E02}" destId="{FF67EEA0-1E73-4D66-A0E9-71BE0BB0F286}" srcOrd="7" destOrd="0" presId="urn:microsoft.com/office/officeart/2005/8/layout/orgChart1"/>
    <dgm:cxn modelId="{424F3B95-C5B2-4E2D-8440-A2263A17F6A0}" type="presParOf" srcId="{FF67EEA0-1E73-4D66-A0E9-71BE0BB0F286}" destId="{02A0AF66-EF47-4540-8F08-539459B1E64B}" srcOrd="0" destOrd="0" presId="urn:microsoft.com/office/officeart/2005/8/layout/orgChart1"/>
    <dgm:cxn modelId="{705338E8-2809-4480-AFE0-FA97E284F07D}" type="presParOf" srcId="{02A0AF66-EF47-4540-8F08-539459B1E64B}" destId="{4E3580FC-A80B-4E30-A6C6-D46965228BD4}" srcOrd="0" destOrd="0" presId="urn:microsoft.com/office/officeart/2005/8/layout/orgChart1"/>
    <dgm:cxn modelId="{5E962103-C395-4095-A098-283E28E530EB}" type="presParOf" srcId="{02A0AF66-EF47-4540-8F08-539459B1E64B}" destId="{CDC2B51B-6B15-4564-884C-2CB8CD6C3C0A}" srcOrd="1" destOrd="0" presId="urn:microsoft.com/office/officeart/2005/8/layout/orgChart1"/>
    <dgm:cxn modelId="{8612BD00-4BD8-4ECE-8C91-F119DE08DD5F}" type="presParOf" srcId="{FF67EEA0-1E73-4D66-A0E9-71BE0BB0F286}" destId="{2A0CBD25-4133-4C4F-AAD3-FDB3555C5170}" srcOrd="1" destOrd="0" presId="urn:microsoft.com/office/officeart/2005/8/layout/orgChart1"/>
    <dgm:cxn modelId="{C66FB800-E961-4D9F-85A6-9A13917BC936}" type="presParOf" srcId="{FF67EEA0-1E73-4D66-A0E9-71BE0BB0F286}" destId="{BDD2421A-FB0A-4A5B-9CBF-9C249E0B5A0C}" srcOrd="2" destOrd="0" presId="urn:microsoft.com/office/officeart/2005/8/layout/orgChart1"/>
    <dgm:cxn modelId="{B8062737-DE76-412F-B199-A7AE47C93F30}" type="presParOf" srcId="{A5A13CEE-C35C-464A-B0E1-8650D1F61E02}" destId="{C700D022-5A60-494F-AE4A-03A407D3792F}" srcOrd="8" destOrd="0" presId="urn:microsoft.com/office/officeart/2005/8/layout/orgChart1"/>
    <dgm:cxn modelId="{2EDBE9E5-C68A-443E-977F-91C77DBF8B36}" type="presParOf" srcId="{A5A13CEE-C35C-464A-B0E1-8650D1F61E02}" destId="{F44D1313-3B15-4028-9317-F0C52BAA19A8}" srcOrd="9" destOrd="0" presId="urn:microsoft.com/office/officeart/2005/8/layout/orgChart1"/>
    <dgm:cxn modelId="{EE180A40-9AA9-4DE0-BDCB-AA15332B35AC}" type="presParOf" srcId="{F44D1313-3B15-4028-9317-F0C52BAA19A8}" destId="{CEF0EF54-B05A-47B6-ABD5-F77F005E0911}" srcOrd="0" destOrd="0" presId="urn:microsoft.com/office/officeart/2005/8/layout/orgChart1"/>
    <dgm:cxn modelId="{843FB445-F8F2-4E13-AFDB-1192FA2B30D4}" type="presParOf" srcId="{CEF0EF54-B05A-47B6-ABD5-F77F005E0911}" destId="{3DB1C212-F2FE-4509-861F-C4D716086443}" srcOrd="0" destOrd="0" presId="urn:microsoft.com/office/officeart/2005/8/layout/orgChart1"/>
    <dgm:cxn modelId="{2F5B84A4-3FA5-45A1-BAEF-A0995923362A}" type="presParOf" srcId="{CEF0EF54-B05A-47B6-ABD5-F77F005E0911}" destId="{E3429C71-8239-4287-BB83-AB9BC047413E}" srcOrd="1" destOrd="0" presId="urn:microsoft.com/office/officeart/2005/8/layout/orgChart1"/>
    <dgm:cxn modelId="{2E273098-4B4A-414D-BA9C-A42F0B582148}" type="presParOf" srcId="{F44D1313-3B15-4028-9317-F0C52BAA19A8}" destId="{C2BC47B3-E2A3-45BA-98EC-9C7FA9F4167D}" srcOrd="1" destOrd="0" presId="urn:microsoft.com/office/officeart/2005/8/layout/orgChart1"/>
    <dgm:cxn modelId="{CB0B9738-E55B-450F-8858-46611FFBEB2A}" type="presParOf" srcId="{F44D1313-3B15-4028-9317-F0C52BAA19A8}" destId="{65412732-C0B8-4A7D-8409-D1FC9FDE5F10}" srcOrd="2" destOrd="0" presId="urn:microsoft.com/office/officeart/2005/8/layout/orgChart1"/>
    <dgm:cxn modelId="{A03EC86E-9353-4D60-904A-4D8401FC3E8A}" type="presParOf" srcId="{0238BD26-ADA2-4292-95EF-1AE1D826A793}" destId="{7A21C34E-DBAE-47D9-BCF7-30169BA9C4F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00D022-5A60-494F-AE4A-03A407D3792F}">
      <dsp:nvSpPr>
        <dsp:cNvPr id="0" name=""/>
        <dsp:cNvSpPr/>
      </dsp:nvSpPr>
      <dsp:spPr>
        <a:xfrm>
          <a:off x="5257800" y="1208868"/>
          <a:ext cx="4356747" cy="378064"/>
        </a:xfrm>
        <a:custGeom>
          <a:avLst/>
          <a:gdLst/>
          <a:ahLst/>
          <a:cxnLst/>
          <a:rect l="0" t="0" r="0" b="0"/>
          <a:pathLst>
            <a:path>
              <a:moveTo>
                <a:pt x="0" y="0"/>
              </a:moveTo>
              <a:lnTo>
                <a:pt x="0" y="189032"/>
              </a:lnTo>
              <a:lnTo>
                <a:pt x="4356747" y="189032"/>
              </a:lnTo>
              <a:lnTo>
                <a:pt x="4356747" y="378064"/>
              </a:lnTo>
            </a:path>
          </a:pathLst>
        </a:custGeom>
        <a:noFill/>
        <a:ln w="15875"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4A55EA-374E-4987-A9A1-B7B092F77012}">
      <dsp:nvSpPr>
        <dsp:cNvPr id="0" name=""/>
        <dsp:cNvSpPr/>
      </dsp:nvSpPr>
      <dsp:spPr>
        <a:xfrm>
          <a:off x="5257800" y="1208868"/>
          <a:ext cx="2178373" cy="378064"/>
        </a:xfrm>
        <a:custGeom>
          <a:avLst/>
          <a:gdLst/>
          <a:ahLst/>
          <a:cxnLst/>
          <a:rect l="0" t="0" r="0" b="0"/>
          <a:pathLst>
            <a:path>
              <a:moveTo>
                <a:pt x="0" y="0"/>
              </a:moveTo>
              <a:lnTo>
                <a:pt x="0" y="189032"/>
              </a:lnTo>
              <a:lnTo>
                <a:pt x="2178373" y="189032"/>
              </a:lnTo>
              <a:lnTo>
                <a:pt x="2178373" y="378064"/>
              </a:lnTo>
            </a:path>
          </a:pathLst>
        </a:custGeom>
        <a:noFill/>
        <a:ln w="15875"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83B5E0-70D3-496D-8FBE-0EA4AFFDCA72}">
      <dsp:nvSpPr>
        <dsp:cNvPr id="0" name=""/>
        <dsp:cNvSpPr/>
      </dsp:nvSpPr>
      <dsp:spPr>
        <a:xfrm>
          <a:off x="5212080" y="1208868"/>
          <a:ext cx="91440" cy="378064"/>
        </a:xfrm>
        <a:custGeom>
          <a:avLst/>
          <a:gdLst/>
          <a:ahLst/>
          <a:cxnLst/>
          <a:rect l="0" t="0" r="0" b="0"/>
          <a:pathLst>
            <a:path>
              <a:moveTo>
                <a:pt x="45720" y="0"/>
              </a:moveTo>
              <a:lnTo>
                <a:pt x="45720" y="378064"/>
              </a:lnTo>
            </a:path>
          </a:pathLst>
        </a:custGeom>
        <a:noFill/>
        <a:ln w="15875"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F2F827-5304-46D8-B89F-8AE7DC32F355}">
      <dsp:nvSpPr>
        <dsp:cNvPr id="0" name=""/>
        <dsp:cNvSpPr/>
      </dsp:nvSpPr>
      <dsp:spPr>
        <a:xfrm>
          <a:off x="3079426" y="1208868"/>
          <a:ext cx="2178373" cy="378064"/>
        </a:xfrm>
        <a:custGeom>
          <a:avLst/>
          <a:gdLst/>
          <a:ahLst/>
          <a:cxnLst/>
          <a:rect l="0" t="0" r="0" b="0"/>
          <a:pathLst>
            <a:path>
              <a:moveTo>
                <a:pt x="2178373" y="0"/>
              </a:moveTo>
              <a:lnTo>
                <a:pt x="2178373" y="189032"/>
              </a:lnTo>
              <a:lnTo>
                <a:pt x="0" y="189032"/>
              </a:lnTo>
              <a:lnTo>
                <a:pt x="0" y="378064"/>
              </a:lnTo>
            </a:path>
          </a:pathLst>
        </a:custGeom>
        <a:noFill/>
        <a:ln w="15875"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C1B82F-37C3-4D67-A45D-AAE857BA06E4}">
      <dsp:nvSpPr>
        <dsp:cNvPr id="0" name=""/>
        <dsp:cNvSpPr/>
      </dsp:nvSpPr>
      <dsp:spPr>
        <a:xfrm>
          <a:off x="901052" y="1208868"/>
          <a:ext cx="4356747" cy="378064"/>
        </a:xfrm>
        <a:custGeom>
          <a:avLst/>
          <a:gdLst/>
          <a:ahLst/>
          <a:cxnLst/>
          <a:rect l="0" t="0" r="0" b="0"/>
          <a:pathLst>
            <a:path>
              <a:moveTo>
                <a:pt x="4356747" y="0"/>
              </a:moveTo>
              <a:lnTo>
                <a:pt x="4356747" y="189032"/>
              </a:lnTo>
              <a:lnTo>
                <a:pt x="0" y="189032"/>
              </a:lnTo>
              <a:lnTo>
                <a:pt x="0" y="378064"/>
              </a:lnTo>
            </a:path>
          </a:pathLst>
        </a:custGeom>
        <a:noFill/>
        <a:ln w="15875"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F78F94-ED35-4942-93C1-FFF06C98060E}">
      <dsp:nvSpPr>
        <dsp:cNvPr id="0" name=""/>
        <dsp:cNvSpPr/>
      </dsp:nvSpPr>
      <dsp:spPr>
        <a:xfrm>
          <a:off x="4357645" y="308714"/>
          <a:ext cx="1800308" cy="900154"/>
        </a:xfrm>
        <a:prstGeom prst="rect">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b="1" u="sng" kern="1200" baseline="0"/>
            <a:t>SYNOPSIS</a:t>
          </a:r>
          <a:endParaRPr lang="en-US" sz="2100" kern="1200"/>
        </a:p>
      </dsp:txBody>
      <dsp:txXfrm>
        <a:off x="4357645" y="308714"/>
        <a:ext cx="1800308" cy="900154"/>
      </dsp:txXfrm>
    </dsp:sp>
    <dsp:sp modelId="{D8E39330-59F6-4B25-A897-10A5F39CD07B}">
      <dsp:nvSpPr>
        <dsp:cNvPr id="0" name=""/>
        <dsp:cNvSpPr/>
      </dsp:nvSpPr>
      <dsp:spPr>
        <a:xfrm>
          <a:off x="898" y="1586933"/>
          <a:ext cx="1800308" cy="900154"/>
        </a:xfrm>
        <a:prstGeom prst="rect">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baseline="0"/>
            <a:t>INTRODUCTION</a:t>
          </a:r>
          <a:endParaRPr lang="en-US" sz="2100" kern="1200"/>
        </a:p>
      </dsp:txBody>
      <dsp:txXfrm>
        <a:off x="898" y="1586933"/>
        <a:ext cx="1800308" cy="900154"/>
      </dsp:txXfrm>
    </dsp:sp>
    <dsp:sp modelId="{8927A0A7-C0AD-4B28-8CBF-31F61CA8FE3B}">
      <dsp:nvSpPr>
        <dsp:cNvPr id="0" name=""/>
        <dsp:cNvSpPr/>
      </dsp:nvSpPr>
      <dsp:spPr>
        <a:xfrm>
          <a:off x="2179272" y="1586933"/>
          <a:ext cx="1800308" cy="900154"/>
        </a:xfrm>
        <a:prstGeom prst="rect">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baseline="0" dirty="0"/>
            <a:t>ABSTRACT</a:t>
          </a:r>
          <a:endParaRPr lang="en-US" sz="2100" kern="1200" dirty="0"/>
        </a:p>
      </dsp:txBody>
      <dsp:txXfrm>
        <a:off x="2179272" y="1586933"/>
        <a:ext cx="1800308" cy="900154"/>
      </dsp:txXfrm>
    </dsp:sp>
    <dsp:sp modelId="{1379659E-F626-4E3E-A369-54A77320D33F}">
      <dsp:nvSpPr>
        <dsp:cNvPr id="0" name=""/>
        <dsp:cNvSpPr/>
      </dsp:nvSpPr>
      <dsp:spPr>
        <a:xfrm>
          <a:off x="4357645" y="1586933"/>
          <a:ext cx="1800308" cy="900154"/>
        </a:xfrm>
        <a:prstGeom prst="rect">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baseline="0"/>
            <a:t>STATEMENT</a:t>
          </a:r>
          <a:endParaRPr lang="en-US" sz="2100" kern="1200"/>
        </a:p>
      </dsp:txBody>
      <dsp:txXfrm>
        <a:off x="4357645" y="1586933"/>
        <a:ext cx="1800308" cy="900154"/>
      </dsp:txXfrm>
    </dsp:sp>
    <dsp:sp modelId="{4E3580FC-A80B-4E30-A6C6-D46965228BD4}">
      <dsp:nvSpPr>
        <dsp:cNvPr id="0" name=""/>
        <dsp:cNvSpPr/>
      </dsp:nvSpPr>
      <dsp:spPr>
        <a:xfrm>
          <a:off x="6536019" y="1586933"/>
          <a:ext cx="1800308" cy="900154"/>
        </a:xfrm>
        <a:prstGeom prst="rect">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baseline="0"/>
            <a:t>PROBLEM</a:t>
          </a:r>
          <a:endParaRPr lang="en-US" sz="2100" kern="1200"/>
        </a:p>
      </dsp:txBody>
      <dsp:txXfrm>
        <a:off x="6536019" y="1586933"/>
        <a:ext cx="1800308" cy="900154"/>
      </dsp:txXfrm>
    </dsp:sp>
    <dsp:sp modelId="{3DB1C212-F2FE-4509-861F-C4D716086443}">
      <dsp:nvSpPr>
        <dsp:cNvPr id="0" name=""/>
        <dsp:cNvSpPr/>
      </dsp:nvSpPr>
      <dsp:spPr>
        <a:xfrm>
          <a:off x="8714392" y="1586933"/>
          <a:ext cx="1800308" cy="900154"/>
        </a:xfrm>
        <a:prstGeom prst="rect">
          <a:avLst/>
        </a:prstGeom>
        <a:gradFill rotWithShape="0">
          <a:gsLst>
            <a:gs pos="0">
              <a:schemeClr val="lt1">
                <a:hueOff val="0"/>
                <a:satOff val="0"/>
                <a:lumOff val="0"/>
                <a:alphaOff val="0"/>
                <a:tint val="94000"/>
                <a:satMod val="100000"/>
                <a:lumMod val="108000"/>
              </a:schemeClr>
            </a:gs>
            <a:gs pos="50000">
              <a:schemeClr val="lt1">
                <a:hueOff val="0"/>
                <a:satOff val="0"/>
                <a:lumOff val="0"/>
                <a:alphaOff val="0"/>
                <a:tint val="98000"/>
                <a:shade val="100000"/>
                <a:satMod val="100000"/>
                <a:lumMod val="100000"/>
              </a:schemeClr>
            </a:gs>
            <a:gs pos="100000">
              <a:schemeClr val="lt1">
                <a:hueOff val="0"/>
                <a:satOff val="0"/>
                <a:lumOff val="0"/>
                <a:alphaOff val="0"/>
                <a:shade val="72000"/>
                <a:satMod val="120000"/>
                <a:lumMod val="100000"/>
              </a:schemeClr>
            </a:gs>
          </a:gsLst>
          <a:lin ang="5400000" scaled="0"/>
        </a:gradFill>
        <a:ln>
          <a:noFill/>
        </a:ln>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baseline="0"/>
            <a:t>REQUIREMENTS</a:t>
          </a:r>
          <a:endParaRPr lang="en-US" sz="2100" kern="1200"/>
        </a:p>
      </dsp:txBody>
      <dsp:txXfrm>
        <a:off x="8714392" y="1586933"/>
        <a:ext cx="1800308" cy="90015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FF6A9A-433C-4EAB-B36D-26C46470C28E}" type="datetimeFigureOut">
              <a:rPr lang="en-US" smtClean="0"/>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4164085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FF6A9A-433C-4EAB-B36D-26C46470C28E}" type="datetimeFigureOut">
              <a:rPr lang="en-US" smtClean="0"/>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2212538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FF6A9A-433C-4EAB-B36D-26C46470C28E}" type="datetimeFigureOut">
              <a:rPr lang="en-US" smtClean="0"/>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3886406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FF6A9A-433C-4EAB-B36D-26C46470C28E}" type="datetimeFigureOut">
              <a:rPr lang="en-US" smtClean="0"/>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1666741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FF6A9A-433C-4EAB-B36D-26C46470C28E}" type="datetimeFigureOut">
              <a:rPr lang="en-US" smtClean="0"/>
              <a:t>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3768156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FF6A9A-433C-4EAB-B36D-26C46470C28E}" type="datetimeFigureOut">
              <a:rPr lang="en-US" smtClean="0"/>
              <a:t>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752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A4FF6A9A-433C-4EAB-B36D-26C46470C28E}" type="datetimeFigureOut">
              <a:rPr lang="en-US" smtClean="0"/>
              <a:t>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1063315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F6A9A-433C-4EAB-B36D-26C46470C28E}" type="datetimeFigureOut">
              <a:rPr lang="en-US" smtClean="0"/>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880908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F6A9A-433C-4EAB-B36D-26C46470C28E}" type="datetimeFigureOut">
              <a:rPr lang="en-US" smtClean="0"/>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2047585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F6A9A-433C-4EAB-B36D-26C46470C28E}" type="datetimeFigureOut">
              <a:rPr lang="en-US" smtClean="0"/>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4245899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F6A9A-433C-4EAB-B36D-26C46470C28E}" type="datetimeFigureOut">
              <a:rPr lang="en-US" smtClean="0"/>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31559220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F6A9A-433C-4EAB-B36D-26C46470C28E}" type="datetimeFigureOut">
              <a:rPr lang="en-US" smtClean="0"/>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2BDEA-D72E-49A6-8B20-CC64A7C44685}"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4291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F6A9A-433C-4EAB-B36D-26C46470C28E}" type="datetimeFigureOut">
              <a:rPr lang="en-US" smtClean="0"/>
              <a:t>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1161111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4FF6A9A-433C-4EAB-B36D-26C46470C28E}" type="datetimeFigureOut">
              <a:rPr lang="en-US" smtClean="0"/>
              <a:t>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343251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4FF6A9A-433C-4EAB-B36D-26C46470C28E}" type="datetimeFigureOut">
              <a:rPr lang="en-US" smtClean="0"/>
              <a:t>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851282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FF6A9A-433C-4EAB-B36D-26C46470C28E}" type="datetimeFigureOut">
              <a:rPr lang="en-US" smtClean="0"/>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3233499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FF6A9A-433C-4EAB-B36D-26C46470C28E}" type="datetimeFigureOut">
              <a:rPr lang="en-US" smtClean="0"/>
              <a:t>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42853781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742FE-6671-AAA9-690E-F79BABB22F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9898AC-3B23-8F77-9CDB-B5FA1C76FD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4879DB-3FDC-334C-AB4A-F025A2AAE792}"/>
              </a:ext>
            </a:extLst>
          </p:cNvPr>
          <p:cNvSpPr>
            <a:spLocks noGrp="1"/>
          </p:cNvSpPr>
          <p:nvPr>
            <p:ph type="dt" sz="half" idx="10"/>
          </p:nvPr>
        </p:nvSpPr>
        <p:spPr/>
        <p:txBody>
          <a:bodyPr/>
          <a:lstStyle/>
          <a:p>
            <a:fld id="{A4FF6A9A-433C-4EAB-B36D-26C46470C28E}" type="datetimeFigureOut">
              <a:rPr lang="en-US" smtClean="0"/>
              <a:t>1/1/2024</a:t>
            </a:fld>
            <a:endParaRPr lang="en-US"/>
          </a:p>
        </p:txBody>
      </p:sp>
      <p:sp>
        <p:nvSpPr>
          <p:cNvPr id="5" name="Footer Placeholder 4">
            <a:extLst>
              <a:ext uri="{FF2B5EF4-FFF2-40B4-BE49-F238E27FC236}">
                <a16:creationId xmlns:a16="http://schemas.microsoft.com/office/drawing/2014/main" id="{3335A07A-068A-7B33-0627-8475759DB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DE12D-7CF7-B47C-1A0D-9998BEE85770}"/>
              </a:ext>
            </a:extLst>
          </p:cNvPr>
          <p:cNvSpPr>
            <a:spLocks noGrp="1"/>
          </p:cNvSpPr>
          <p:nvPr>
            <p:ph type="sldNum" sz="quarter" idx="12"/>
          </p:nvPr>
        </p:nvSpPr>
        <p:spPr/>
        <p:txBody>
          <a:bodyPr/>
          <a:lstStyle/>
          <a:p>
            <a:fld id="{3872BDEA-D72E-49A6-8B20-CC64A7C44685}" type="slidenum">
              <a:rPr lang="en-US" smtClean="0"/>
              <a:t>‹#›</a:t>
            </a:fld>
            <a:endParaRPr lang="en-US"/>
          </a:p>
        </p:txBody>
      </p:sp>
    </p:spTree>
    <p:extLst>
      <p:ext uri="{BB962C8B-B14F-4D97-AF65-F5344CB8AC3E}">
        <p14:creationId xmlns:p14="http://schemas.microsoft.com/office/powerpoint/2010/main" val="1647082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A4FF6A9A-433C-4EAB-B36D-26C46470C28E}" type="datetimeFigureOut">
              <a:rPr lang="en-US" smtClean="0"/>
              <a:t>1/1/2024</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872BDEA-D72E-49A6-8B20-CC64A7C44685}" type="slidenum">
              <a:rPr lang="en-US" smtClean="0"/>
              <a:t>‹#›</a:t>
            </a:fld>
            <a:endParaRPr lang="en-US"/>
          </a:p>
        </p:txBody>
      </p:sp>
    </p:spTree>
    <p:extLst>
      <p:ext uri="{BB962C8B-B14F-4D97-AF65-F5344CB8AC3E}">
        <p14:creationId xmlns:p14="http://schemas.microsoft.com/office/powerpoint/2010/main" val="38125233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081209-BB0B-4BFD-B884-F254D11D30A5}"/>
              </a:ext>
            </a:extLst>
          </p:cNvPr>
          <p:cNvSpPr txBox="1"/>
          <p:nvPr/>
        </p:nvSpPr>
        <p:spPr>
          <a:xfrm>
            <a:off x="2368027" y="503239"/>
            <a:ext cx="7786732"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DEPARTMENT OF COMPUTER SCIENCE AND ENGINEERING </a:t>
            </a:r>
          </a:p>
        </p:txBody>
      </p:sp>
      <p:sp>
        <p:nvSpPr>
          <p:cNvPr id="6" name="TextBox 5">
            <a:extLst>
              <a:ext uri="{FF2B5EF4-FFF2-40B4-BE49-F238E27FC236}">
                <a16:creationId xmlns:a16="http://schemas.microsoft.com/office/drawing/2014/main" id="{366FFE25-FED5-4660-BC9C-F55D6D22C074}"/>
              </a:ext>
            </a:extLst>
          </p:cNvPr>
          <p:cNvSpPr txBox="1"/>
          <p:nvPr/>
        </p:nvSpPr>
        <p:spPr>
          <a:xfrm>
            <a:off x="4047785" y="1304399"/>
            <a:ext cx="3174961" cy="400110"/>
          </a:xfrm>
          <a:prstGeom prst="rect">
            <a:avLst/>
          </a:prstGeom>
          <a:noFill/>
        </p:spPr>
        <p:txBody>
          <a:bodyPr wrap="square">
            <a:spAutoFit/>
          </a:bodyPr>
          <a:lstStyle/>
          <a:p>
            <a:pPr algn="ctr"/>
            <a:r>
              <a:rPr lang="en-IN" sz="20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CANDY CRUSH</a:t>
            </a:r>
          </a:p>
        </p:txBody>
      </p:sp>
      <p:sp>
        <p:nvSpPr>
          <p:cNvPr id="8" name="TextBox 7">
            <a:extLst>
              <a:ext uri="{FF2B5EF4-FFF2-40B4-BE49-F238E27FC236}">
                <a16:creationId xmlns:a16="http://schemas.microsoft.com/office/drawing/2014/main" id="{7565E46A-A094-495C-83DE-59B533C070C2}"/>
              </a:ext>
            </a:extLst>
          </p:cNvPr>
          <p:cNvSpPr txBox="1"/>
          <p:nvPr/>
        </p:nvSpPr>
        <p:spPr>
          <a:xfrm>
            <a:off x="4611160" y="2800135"/>
            <a:ext cx="2048210" cy="400110"/>
          </a:xfrm>
          <a:prstGeom prst="rect">
            <a:avLst/>
          </a:prstGeom>
          <a:noFill/>
        </p:spPr>
        <p:txBody>
          <a:bodyPr wrap="square">
            <a:spAutoFit/>
          </a:bodyPr>
          <a:lstStyle/>
          <a:p>
            <a:pPr algn="ctr"/>
            <a:r>
              <a:rPr lang="en-IN" sz="2000" u="sng" dirty="0">
                <a:latin typeface="Times New Roman" panose="02020603050405020304" pitchFamily="18" charset="0"/>
                <a:cs typeface="Times New Roman" panose="02020603050405020304" pitchFamily="18" charset="0"/>
              </a:rPr>
              <a:t>FIRST REVIEW </a:t>
            </a:r>
          </a:p>
        </p:txBody>
      </p:sp>
      <p:sp>
        <p:nvSpPr>
          <p:cNvPr id="2" name="TextBox 1">
            <a:extLst>
              <a:ext uri="{FF2B5EF4-FFF2-40B4-BE49-F238E27FC236}">
                <a16:creationId xmlns:a16="http://schemas.microsoft.com/office/drawing/2014/main" id="{7F81390D-E49B-F5F6-86AB-2945A7EF2849}"/>
              </a:ext>
            </a:extLst>
          </p:cNvPr>
          <p:cNvSpPr txBox="1"/>
          <p:nvPr/>
        </p:nvSpPr>
        <p:spPr>
          <a:xfrm>
            <a:off x="5109053" y="3403120"/>
            <a:ext cx="105242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BY</a:t>
            </a:r>
          </a:p>
        </p:txBody>
      </p:sp>
      <p:sp>
        <p:nvSpPr>
          <p:cNvPr id="9" name="TextBox 8">
            <a:extLst>
              <a:ext uri="{FF2B5EF4-FFF2-40B4-BE49-F238E27FC236}">
                <a16:creationId xmlns:a16="http://schemas.microsoft.com/office/drawing/2014/main" id="{0B78BF24-8A76-567C-CBCD-38C6C08E3705}"/>
              </a:ext>
            </a:extLst>
          </p:cNvPr>
          <p:cNvSpPr txBox="1"/>
          <p:nvPr/>
        </p:nvSpPr>
        <p:spPr>
          <a:xfrm>
            <a:off x="4815756" y="1966495"/>
            <a:ext cx="1639018" cy="523220"/>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TEAM 2</a:t>
            </a:r>
          </a:p>
        </p:txBody>
      </p:sp>
      <p:sp>
        <p:nvSpPr>
          <p:cNvPr id="3" name="TextBox 2">
            <a:extLst>
              <a:ext uri="{FF2B5EF4-FFF2-40B4-BE49-F238E27FC236}">
                <a16:creationId xmlns:a16="http://schemas.microsoft.com/office/drawing/2014/main" id="{F209433A-00DA-C1A0-4468-1A91D038A852}"/>
              </a:ext>
            </a:extLst>
          </p:cNvPr>
          <p:cNvSpPr txBox="1"/>
          <p:nvPr/>
        </p:nvSpPr>
        <p:spPr>
          <a:xfrm>
            <a:off x="3286664" y="4658264"/>
            <a:ext cx="5262113"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Guided by </a:t>
            </a:r>
          </a:p>
          <a:p>
            <a:r>
              <a:rPr lang="en-US" dirty="0"/>
              <a:t>	</a:t>
            </a:r>
            <a:r>
              <a:rPr lang="en-US" sz="1800" b="1" spc="-20" dirty="0">
                <a:effectLst/>
                <a:latin typeface="Times New Roman" panose="02020603050405020304" pitchFamily="18" charset="0"/>
                <a:ea typeface="Times New Roman" panose="02020603050405020304" pitchFamily="18" charset="0"/>
              </a:rPr>
              <a:t>Mrs.</a:t>
            </a:r>
            <a:r>
              <a:rPr lang="en-US" sz="1800" b="1" dirty="0">
                <a:effectLst/>
                <a:latin typeface="Times New Roman" panose="02020603050405020304" pitchFamily="18" charset="0"/>
                <a:ea typeface="Times New Roman" panose="02020603050405020304" pitchFamily="18" charset="0"/>
              </a:rPr>
              <a:t> C.NAVAMANI M.E.,</a:t>
            </a:r>
            <a:r>
              <a:rPr lang="en-US" dirty="0"/>
              <a:t> </a:t>
            </a:r>
          </a:p>
        </p:txBody>
      </p:sp>
      <p:sp>
        <p:nvSpPr>
          <p:cNvPr id="4" name="TextBox 3">
            <a:extLst>
              <a:ext uri="{FF2B5EF4-FFF2-40B4-BE49-F238E27FC236}">
                <a16:creationId xmlns:a16="http://schemas.microsoft.com/office/drawing/2014/main" id="{46ABACB8-1290-D039-3EE8-1C428543832A}"/>
              </a:ext>
            </a:extLst>
          </p:cNvPr>
          <p:cNvSpPr txBox="1"/>
          <p:nvPr/>
        </p:nvSpPr>
        <p:spPr>
          <a:xfrm>
            <a:off x="3972560" y="3803230"/>
            <a:ext cx="4094480" cy="369332"/>
          </a:xfrm>
          <a:prstGeom prst="rect">
            <a:avLst/>
          </a:prstGeom>
          <a:noFill/>
        </p:spPr>
        <p:txBody>
          <a:bodyPr wrap="square" rtlCol="0">
            <a:spAutoFit/>
          </a:bodyPr>
          <a:lstStyle/>
          <a:p>
            <a:pPr marL="0" algn="l" rtl="0" eaLnBrk="1" fontAlgn="ctr" latinLnBrk="0" hangingPunct="1">
              <a:spcBef>
                <a:spcPts val="0"/>
              </a:spcBef>
              <a:spcAft>
                <a:spcPts val="0"/>
              </a:spcAft>
            </a:pPr>
            <a:r>
              <a:rPr lang="en-IN" sz="1800" b="1" i="0" u="none" strike="noStrike" kern="1200" dirty="0">
                <a:solidFill>
                  <a:srgbClr val="000000"/>
                </a:solidFill>
                <a:effectLst/>
                <a:latin typeface="Times New Roman" panose="02020603050405020304" pitchFamily="18" charset="0"/>
                <a:cs typeface="Times New Roman" panose="02020603050405020304" pitchFamily="18" charset="0"/>
              </a:rPr>
              <a:t> DHARUN RAJ R  (22CS021)</a:t>
            </a:r>
            <a:endParaRPr lang="en-US" sz="1800" b="0" i="0" u="none" strike="noStrike" dirty="0">
              <a:effectLst/>
              <a:latin typeface="Arial" panose="020B0604020202020204" pitchFamily="34" charset="0"/>
            </a:endParaRPr>
          </a:p>
        </p:txBody>
      </p:sp>
    </p:spTree>
    <p:extLst>
      <p:ext uri="{BB962C8B-B14F-4D97-AF65-F5344CB8AC3E}">
        <p14:creationId xmlns:p14="http://schemas.microsoft.com/office/powerpoint/2010/main" val="1551958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EE01F798-0411-92AE-E69B-B93BF2FEFC32}"/>
              </a:ext>
            </a:extLst>
          </p:cNvPr>
          <p:cNvGraphicFramePr>
            <a:graphicFrameLocks noGrp="1"/>
          </p:cNvGraphicFramePr>
          <p:nvPr>
            <p:ph idx="1"/>
            <p:extLst>
              <p:ext uri="{D42A27DB-BD31-4B8C-83A1-F6EECF244321}">
                <p14:modId xmlns:p14="http://schemas.microsoft.com/office/powerpoint/2010/main" val="2445633537"/>
              </p:ext>
            </p:extLst>
          </p:nvPr>
        </p:nvGraphicFramePr>
        <p:xfrm>
          <a:off x="1394254" y="1875052"/>
          <a:ext cx="10515600" cy="27958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1164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51" y="796626"/>
            <a:ext cx="10515600" cy="908608"/>
          </a:xfrm>
        </p:spPr>
        <p:txBody>
          <a:bodyPr/>
          <a:lstStyle/>
          <a:p>
            <a:r>
              <a:rPr lang="en-US" b="1" u="sng" dirty="0">
                <a:latin typeface="Times New Roman" panose="02020603050405020304" pitchFamily="18" charset="0"/>
                <a:cs typeface="Times New Roman" panose="02020603050405020304" pitchFamily="18" charset="0"/>
              </a:rPr>
              <a:t>ABSTRACT</a:t>
            </a:r>
            <a:endParaRPr lang="en-IN"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98721" y="1710036"/>
            <a:ext cx="10515600" cy="4351338"/>
          </a:xfrm>
        </p:spPr>
        <p:txBody>
          <a:bodyPr>
            <a:normAutofit fontScale="70000" lnSpcReduction="20000"/>
          </a:bodyPr>
          <a:lstStyle/>
          <a:p>
            <a:pPr marL="0" marR="0" indent="0" algn="just">
              <a:spcBef>
                <a:spcPts val="0"/>
              </a:spcBef>
              <a:spcAft>
                <a:spcPts val="0"/>
              </a:spcAft>
              <a:buNone/>
            </a:pPr>
            <a:r>
              <a:rPr lang="en-IN" sz="2400" dirty="0">
                <a:effectLst/>
                <a:latin typeface="Times New Roman" panose="02020603050405020304" pitchFamily="18" charset="0"/>
                <a:ea typeface="Times New Roman" panose="02020603050405020304" pitchFamily="18" charset="0"/>
              </a:rPr>
              <a:t>	This Java-based Candy Crush Mini Project showcases the intrinsic capability of graphics to provide an intuitive and engaging interface for interacting with a computer. Harnessing our well-developed visual pattern recognition, the game swiftly processes and presents pictorial data. Drawing parallels with the historical significance of photography and television, interactive computer graphics emerges as a paramount means of producing dynamic and interactive images. Beyond merely depicting real-world candy objects, this project highlights the versatility of the computer in creating visuals of both tangible confections and abstract, synthetic elements integral to the Candy Crush gameplay. By extending beyond traditional boundaries, the game embodies the fusion of programming and graphical representation, offering players an immersive experience that spans from the delightful imagery of candies to the dynamic abstraction of game mechanics.</a:t>
            </a:r>
            <a:endParaRPr lang="en-US" sz="24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pPr>
            <a:r>
              <a:rPr lang="en-US" sz="1800" dirty="0">
                <a:effectLst/>
                <a:latin typeface="Times New Roman" panose="02020603050405020304" pitchFamily="18" charset="0"/>
                <a:ea typeface="Times New Roman" panose="02020603050405020304" pitchFamily="18" charset="0"/>
              </a:rPr>
              <a:t>	</a:t>
            </a:r>
          </a:p>
          <a:p>
            <a:pPr marL="0" indent="0">
              <a:buNone/>
            </a:pPr>
            <a:endParaRPr lang="en-IN" dirty="0"/>
          </a:p>
        </p:txBody>
      </p:sp>
    </p:spTree>
    <p:extLst>
      <p:ext uri="{BB962C8B-B14F-4D97-AF65-F5344CB8AC3E}">
        <p14:creationId xmlns:p14="http://schemas.microsoft.com/office/powerpoint/2010/main" val="2380536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849" y="951470"/>
            <a:ext cx="10515600" cy="729049"/>
          </a:xfrm>
        </p:spPr>
        <p:txBody>
          <a:bodyPr>
            <a:normAutofit/>
          </a:bodyPr>
          <a:lstStyle/>
          <a:p>
            <a:r>
              <a:rPr lang="en-US"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STATEMENT</a:t>
            </a:r>
            <a:endParaRPr lang="en-IN"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EDB48A67-F269-2669-3CBA-D01CF56F4C17}"/>
              </a:ext>
            </a:extLst>
          </p:cNvPr>
          <p:cNvSpPr>
            <a:spLocks noGrp="1"/>
          </p:cNvSpPr>
          <p:nvPr>
            <p:ph idx="1"/>
          </p:nvPr>
        </p:nvSpPr>
        <p:spPr/>
        <p:txBody>
          <a:bodyPr>
            <a:normAutofit fontScale="85000" lnSpcReduction="10000"/>
          </a:bodyPr>
          <a:lstStyle/>
          <a:p>
            <a:pPr marL="0" indent="0" algn="just">
              <a:buNone/>
            </a:pPr>
            <a:r>
              <a:rPr lang="en-US" dirty="0">
                <a:latin typeface="Times New Roman" panose="02020603050405020304" pitchFamily="18" charset="0"/>
                <a:cs typeface="Times New Roman" panose="02020603050405020304" pitchFamily="18" charset="0"/>
              </a:rPr>
              <a:t>The provided Java code implements a simplified version of the popular game Candy Crush using Java Swing. The graphical user interface (GUI) is created using </a:t>
            </a:r>
            <a:r>
              <a:rPr lang="en-US" b="1" dirty="0" err="1">
                <a:latin typeface="Times New Roman" panose="02020603050405020304" pitchFamily="18" charset="0"/>
                <a:cs typeface="Times New Roman" panose="02020603050405020304" pitchFamily="18" charset="0"/>
              </a:rPr>
              <a:t>JFrame</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JPanel</a:t>
            </a:r>
            <a:r>
              <a:rPr lang="en-US" dirty="0">
                <a:latin typeface="Times New Roman" panose="02020603050405020304" pitchFamily="18" charset="0"/>
                <a:cs typeface="Times New Roman" panose="02020603050405020304" pitchFamily="18" charset="0"/>
              </a:rPr>
              <a:t>, and </a:t>
            </a:r>
            <a:r>
              <a:rPr lang="en-US" b="1" dirty="0" err="1">
                <a:latin typeface="Times New Roman" panose="02020603050405020304" pitchFamily="18" charset="0"/>
                <a:cs typeface="Times New Roman" panose="02020603050405020304" pitchFamily="18" charset="0"/>
              </a:rPr>
              <a:t>JButton</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components, and candies are represented by colored buttons arranged in a grid. The game logic includes candy swapping functionality upon user clicks, with a mechanism to detect and process matches both horizontally and vertically. Matches result in score increments and replacement of candies. The game has a limited number of moves, and after exhausting the moves, the player is prompted to play again or exit. While the code offers a practical illustration of basic GUI programming and event handling in Java, it is important to note that Java Swing is an older technology, and modern game development may involve more advanced frameworks or engines.</a:t>
            </a:r>
          </a:p>
        </p:txBody>
      </p:sp>
    </p:spTree>
    <p:extLst>
      <p:ext uri="{BB962C8B-B14F-4D97-AF65-F5344CB8AC3E}">
        <p14:creationId xmlns:p14="http://schemas.microsoft.com/office/powerpoint/2010/main" val="1551027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9D13E9E-7935-C94F-7356-D6675B7C4565}"/>
              </a:ext>
            </a:extLst>
          </p:cNvPr>
          <p:cNvSpPr>
            <a:spLocks noGrp="1"/>
          </p:cNvSpPr>
          <p:nvPr>
            <p:ph type="ctrTitle"/>
          </p:nvPr>
        </p:nvSpPr>
        <p:spPr/>
        <p:txBody>
          <a:bodyPr>
            <a:normAutofit/>
          </a:bodyPr>
          <a:lstStyle/>
          <a:p>
            <a:r>
              <a:rPr lang="en-US" sz="28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SYSTEM REQUIREMENTS SPECIFICATION</a:t>
            </a:r>
            <a:br>
              <a:rPr lang="en-US" sz="28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br>
            <a:endParaRPr lang="en-US" sz="2800" b="1" dirty="0">
              <a:effectLst>
                <a:outerShdw blurRad="38100" dist="38100" dir="2700000" algn="tl">
                  <a:srgbClr val="000000">
                    <a:alpha val="43137"/>
                  </a:srgbClr>
                </a:outerShdw>
              </a:effectLst>
            </a:endParaRPr>
          </a:p>
        </p:txBody>
      </p:sp>
      <p:sp>
        <p:nvSpPr>
          <p:cNvPr id="7" name="Subtitle 6">
            <a:extLst>
              <a:ext uri="{FF2B5EF4-FFF2-40B4-BE49-F238E27FC236}">
                <a16:creationId xmlns:a16="http://schemas.microsoft.com/office/drawing/2014/main" id="{8101001A-0943-CB29-5DD6-65FFD1975013}"/>
              </a:ext>
            </a:extLst>
          </p:cNvPr>
          <p:cNvSpPr>
            <a:spLocks noGrp="1"/>
          </p:cNvSpPr>
          <p:nvPr>
            <p:ph type="subTitle" idx="1"/>
          </p:nvPr>
        </p:nvSpPr>
        <p:spPr>
          <a:xfrm>
            <a:off x="1497012" y="3886200"/>
            <a:ext cx="8689976" cy="1371599"/>
          </a:xfrm>
        </p:spPr>
        <p:txBody>
          <a:bodyPr/>
          <a:lstStyle/>
          <a:p>
            <a:r>
              <a:rPr lang="en-US" sz="1800" b="1" dirty="0">
                <a:latin typeface="Times New Roman" panose="02020603050405020304" pitchFamily="18" charset="0"/>
                <a:ea typeface="Times New Roman" panose="02020603050405020304" pitchFamily="18" charset="0"/>
              </a:rPr>
              <a:t>HARDWARE</a:t>
            </a:r>
            <a:r>
              <a:rPr lang="en-US" sz="1800" b="1" spc="5"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REQUIREMENTS</a:t>
            </a:r>
            <a:endParaRPr lang="en-US" sz="1800" dirty="0">
              <a:effectLst/>
              <a:latin typeface="Times New Roman" panose="02020603050405020304" pitchFamily="18" charset="0"/>
              <a:ea typeface="Times New Roman" panose="02020603050405020304" pitchFamily="18" charset="0"/>
            </a:endParaRPr>
          </a:p>
          <a:p>
            <a:r>
              <a:rPr lang="en-US" sz="1800" b="1" kern="0" dirty="0">
                <a:effectLst/>
                <a:latin typeface="Times New Roman" panose="02020603050405020304" pitchFamily="18" charset="0"/>
                <a:ea typeface="Times New Roman" panose="02020603050405020304" pitchFamily="18" charset="0"/>
              </a:rPr>
              <a:t>SOFTWARE REQUIREMENTS</a:t>
            </a:r>
          </a:p>
          <a:p>
            <a:endParaRPr lang="en-US" dirty="0"/>
          </a:p>
        </p:txBody>
      </p:sp>
    </p:spTree>
    <p:extLst>
      <p:ext uri="{BB962C8B-B14F-4D97-AF65-F5344CB8AC3E}">
        <p14:creationId xmlns:p14="http://schemas.microsoft.com/office/powerpoint/2010/main" val="815524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5F29B-642E-E71D-7ED6-0AA099C2AF7E}"/>
              </a:ext>
            </a:extLst>
          </p:cNvPr>
          <p:cNvSpPr>
            <a:spLocks noGrp="1"/>
          </p:cNvSpPr>
          <p:nvPr>
            <p:ph type="title"/>
          </p:nvPr>
        </p:nvSpPr>
        <p:spPr/>
        <p:txBody>
          <a:bodyPr>
            <a:normAutofit/>
          </a:bodyPr>
          <a:lstStyle/>
          <a:p>
            <a:pPr algn="ctr"/>
            <a:r>
              <a:rPr lang="en-US" sz="2400" b="1" dirty="0">
                <a:effectLst/>
                <a:latin typeface="Times New Roman" panose="02020603050405020304" pitchFamily="18" charset="0"/>
                <a:ea typeface="Times New Roman" panose="02020603050405020304" pitchFamily="18" charset="0"/>
              </a:rPr>
              <a:t>HARDWARE</a:t>
            </a:r>
            <a:r>
              <a:rPr lang="en-US" sz="2400" b="1" spc="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REQUIREMENTS</a:t>
            </a:r>
            <a:br>
              <a:rPr lang="en-US" sz="2400" b="1" dirty="0">
                <a:effectLst/>
                <a:latin typeface="Times New Roman" panose="02020603050405020304" pitchFamily="18" charset="0"/>
                <a:ea typeface="Times New Roman" panose="02020603050405020304" pitchFamily="18" charset="0"/>
              </a:rPr>
            </a:br>
            <a:endParaRPr lang="en-US" sz="2400" b="1" dirty="0"/>
          </a:p>
        </p:txBody>
      </p:sp>
      <p:sp>
        <p:nvSpPr>
          <p:cNvPr id="3" name="Content Placeholder 2">
            <a:extLst>
              <a:ext uri="{FF2B5EF4-FFF2-40B4-BE49-F238E27FC236}">
                <a16:creationId xmlns:a16="http://schemas.microsoft.com/office/drawing/2014/main" id="{44086A0D-6205-8BC0-EA8B-64FA1EB65E04}"/>
              </a:ext>
            </a:extLst>
          </p:cNvPr>
          <p:cNvSpPr>
            <a:spLocks noGrp="1"/>
          </p:cNvSpPr>
          <p:nvPr>
            <p:ph idx="1"/>
          </p:nvPr>
        </p:nvSpPr>
        <p:spPr/>
        <p:txBody>
          <a:bodyPr>
            <a:normAutofit fontScale="92500" lnSpcReduction="10000"/>
          </a:bodyPr>
          <a:lstStyle/>
          <a:p>
            <a:pPr marL="0" indent="0">
              <a:buNone/>
            </a:pPr>
            <a:r>
              <a:rPr lang="en-US" dirty="0"/>
              <a:t>Minimum hardware specification</a:t>
            </a:r>
          </a:p>
          <a:p>
            <a:r>
              <a:rPr lang="en-US" dirty="0"/>
              <a:t>Microprocessor: 1.0 GHz and above CPU based on either AMD or INTEL Microprocessor Architecture</a:t>
            </a:r>
          </a:p>
          <a:p>
            <a:r>
              <a:rPr lang="en-US" dirty="0"/>
              <a:t>Main memory : 512 MB RAM</a:t>
            </a:r>
          </a:p>
          <a:p>
            <a:r>
              <a:rPr lang="en-US" dirty="0"/>
              <a:t>Hard Disk	: 40 GB</a:t>
            </a:r>
          </a:p>
          <a:p>
            <a:r>
              <a:rPr lang="en-US" dirty="0"/>
              <a:t>Keyboard: QWERTY Keyboard</a:t>
            </a:r>
          </a:p>
          <a:p>
            <a:r>
              <a:rPr lang="en-US" dirty="0"/>
              <a:t>Mouse :2 or 3 Button mouse</a:t>
            </a:r>
          </a:p>
          <a:p>
            <a:r>
              <a:rPr lang="en-US" dirty="0"/>
              <a:t>Monitor : 1024 x 768 display resolution</a:t>
            </a:r>
          </a:p>
          <a:p>
            <a:endParaRPr lang="en-US" dirty="0"/>
          </a:p>
          <a:p>
            <a:endParaRPr lang="en-US" dirty="0"/>
          </a:p>
        </p:txBody>
      </p:sp>
    </p:spTree>
    <p:extLst>
      <p:ext uri="{BB962C8B-B14F-4D97-AF65-F5344CB8AC3E}">
        <p14:creationId xmlns:p14="http://schemas.microsoft.com/office/powerpoint/2010/main" val="3844989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62386-5261-804F-BFE6-BBE33377F8C5}"/>
              </a:ext>
            </a:extLst>
          </p:cNvPr>
          <p:cNvSpPr>
            <a:spLocks noGrp="1"/>
          </p:cNvSpPr>
          <p:nvPr>
            <p:ph type="title"/>
          </p:nvPr>
        </p:nvSpPr>
        <p:spPr/>
        <p:txBody>
          <a:bodyPr>
            <a:normAutofit/>
          </a:bodyPr>
          <a:lstStyle/>
          <a:p>
            <a:pPr algn="ctr"/>
            <a:r>
              <a:rPr lang="en-US" sz="2400" b="1" kern="0" dirty="0">
                <a:effectLst/>
                <a:latin typeface="Times New Roman" panose="02020603050405020304" pitchFamily="18" charset="0"/>
                <a:ea typeface="Times New Roman" panose="02020603050405020304" pitchFamily="18" charset="0"/>
              </a:rPr>
              <a:t>SOFTWARE REQUIREMENTS</a:t>
            </a:r>
            <a:br>
              <a:rPr lang="en-US" sz="2400" b="1" kern="0" dirty="0">
                <a:effectLst/>
                <a:latin typeface="Times New Roman" panose="02020603050405020304" pitchFamily="18" charset="0"/>
                <a:ea typeface="Times New Roman" panose="02020603050405020304" pitchFamily="18" charset="0"/>
              </a:rPr>
            </a:br>
            <a:endParaRPr lang="en-US" sz="2400" dirty="0"/>
          </a:p>
        </p:txBody>
      </p:sp>
      <p:sp>
        <p:nvSpPr>
          <p:cNvPr id="3" name="Content Placeholder 2">
            <a:extLst>
              <a:ext uri="{FF2B5EF4-FFF2-40B4-BE49-F238E27FC236}">
                <a16:creationId xmlns:a16="http://schemas.microsoft.com/office/drawing/2014/main" id="{AA0DC904-BD1A-85B9-EE35-3D06CEE50943}"/>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Minimum software </a:t>
            </a:r>
            <a:r>
              <a:rPr lang="en-US" dirty="0" err="1">
                <a:latin typeface="Times New Roman" panose="02020603050405020304" pitchFamily="18" charset="0"/>
                <a:cs typeface="Times New Roman" panose="02020603050405020304" pitchFamily="18" charset="0"/>
              </a:rPr>
              <a:t>lWINDOWS</a:t>
            </a:r>
            <a:r>
              <a:rPr lang="en-US" dirty="0">
                <a:latin typeface="Times New Roman" panose="02020603050405020304" pitchFamily="18" charset="0"/>
                <a:cs typeface="Times New Roman" panose="02020603050405020304" pitchFamily="18" charset="0"/>
              </a:rPr>
              <a:t> 8</a:t>
            </a:r>
          </a:p>
          <a:p>
            <a:r>
              <a:rPr lang="en-US" dirty="0">
                <a:latin typeface="Times New Roman" panose="02020603050405020304" pitchFamily="18" charset="0"/>
                <a:cs typeface="Times New Roman" panose="02020603050405020304" pitchFamily="18" charset="0"/>
              </a:rPr>
              <a:t>Tool Used : </a:t>
            </a:r>
            <a:r>
              <a:rPr lang="en-US" dirty="0" err="1">
                <a:latin typeface="Times New Roman" panose="02020603050405020304" pitchFamily="18" charset="0"/>
                <a:cs typeface="Times New Roman" panose="02020603050405020304" pitchFamily="18" charset="0"/>
              </a:rPr>
              <a:t>IntalIJ</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Mouse Driver</a:t>
            </a:r>
          </a:p>
          <a:p>
            <a:r>
              <a:rPr lang="en-US" dirty="0">
                <a:latin typeface="Times New Roman" panose="02020603050405020304" pitchFamily="18" charset="0"/>
                <a:cs typeface="Times New Roman" panose="02020603050405020304" pitchFamily="18" charset="0"/>
              </a:rPr>
              <a:t>Graphics Driver</a:t>
            </a:r>
          </a:p>
          <a:p>
            <a:r>
              <a:rPr lang="en-US" dirty="0">
                <a:latin typeface="Times New Roman" panose="02020603050405020304" pitchFamily="18" charset="0"/>
                <a:cs typeface="Times New Roman" panose="02020603050405020304" pitchFamily="18" charset="0"/>
              </a:rPr>
              <a:t>Java JDK 18</a:t>
            </a:r>
          </a:p>
          <a:p>
            <a:endParaRPr lang="en-US" dirty="0"/>
          </a:p>
        </p:txBody>
      </p:sp>
    </p:spTree>
    <p:extLst>
      <p:ext uri="{BB962C8B-B14F-4D97-AF65-F5344CB8AC3E}">
        <p14:creationId xmlns:p14="http://schemas.microsoft.com/office/powerpoint/2010/main" val="1194398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9919" y="951470"/>
            <a:ext cx="10515600" cy="874155"/>
          </a:xfrm>
        </p:spPr>
        <p:txBody>
          <a:bodyPr/>
          <a:lstStyle/>
          <a:p>
            <a:r>
              <a:rPr lang="en-US" b="1" u="sng" dirty="0">
                <a:latin typeface="Times New Roman" panose="02020603050405020304" pitchFamily="18" charset="0"/>
                <a:cs typeface="Times New Roman" panose="02020603050405020304" pitchFamily="18" charset="0"/>
              </a:rPr>
              <a:t>PROBLEM</a:t>
            </a:r>
            <a:endParaRPr lang="en-IN"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80751" y="1825625"/>
            <a:ext cx="10515600" cy="4351338"/>
          </a:xfrm>
        </p:spPr>
        <p:txBody>
          <a:bodyPr>
            <a:normAutofit fontScale="55000" lnSpcReduction="20000"/>
          </a:bodyPr>
          <a:lstStyle/>
          <a:p>
            <a:pPr marL="0" indent="0" algn="just">
              <a:buNone/>
            </a:pPr>
            <a:r>
              <a:rPr lang="en-US" b="1" dirty="0">
                <a:latin typeface="Times New Roman" panose="02020603050405020304" pitchFamily="18" charset="0"/>
                <a:cs typeface="Times New Roman" panose="02020603050405020304" pitchFamily="18" charset="0"/>
              </a:rPr>
              <a:t>Entertainment and Relaxation: </a:t>
            </a:r>
            <a:r>
              <a:rPr lang="en-US" dirty="0">
                <a:latin typeface="Times New Roman" panose="02020603050405020304" pitchFamily="18" charset="0"/>
                <a:cs typeface="Times New Roman" panose="02020603050405020304" pitchFamily="18" charset="0"/>
              </a:rPr>
              <a:t>Candy Crush, like other casual games, can provide a form of entertainment and relaxation. The game's colorful graphics, simple mechanics, and engaging levels can offer a break from daily stress and routine.</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Cognitive Benefits</a:t>
            </a:r>
            <a:r>
              <a:rPr lang="en-US" dirty="0">
                <a:latin typeface="Times New Roman" panose="02020603050405020304" pitchFamily="18" charset="0"/>
                <a:cs typeface="Times New Roman" panose="02020603050405020304" pitchFamily="18" charset="0"/>
              </a:rPr>
              <a:t>: Puzzle games, including Candy Crush, often involve problem-solving and strategic thinking. Players need to plan their moves to achieve specific goals, which can stimulate cognitive functions such as memory, attention, and spatial awareness.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Stress Relief: </a:t>
            </a:r>
            <a:r>
              <a:rPr lang="en-US" dirty="0">
                <a:latin typeface="Times New Roman" panose="02020603050405020304" pitchFamily="18" charset="0"/>
                <a:cs typeface="Times New Roman" panose="02020603050405020304" pitchFamily="18" charset="0"/>
              </a:rPr>
              <a:t>Engaging in a game like Candy Crush may serve as a stress reliever for some individuals. The focus required to complete levels can divert attention from real-life stressors.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Community Interaction: </a:t>
            </a:r>
            <a:r>
              <a:rPr lang="en-US" dirty="0">
                <a:latin typeface="Times New Roman" panose="02020603050405020304" pitchFamily="18" charset="0"/>
                <a:cs typeface="Times New Roman" panose="02020603050405020304" pitchFamily="18" charset="0"/>
              </a:rPr>
              <a:t>Many mobile games, including Candy Crush, have social features that allow players to connect with friends, compete on leaderboards, or request assistance. This social aspect can enhance the overall gaming experience.</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Short-Term Distraction: </a:t>
            </a:r>
            <a:r>
              <a:rPr lang="en-US" dirty="0">
                <a:latin typeface="Times New Roman" panose="02020603050405020304" pitchFamily="18" charset="0"/>
                <a:cs typeface="Times New Roman" panose="02020603050405020304" pitchFamily="18" charset="0"/>
              </a:rPr>
              <a:t>Playing short sessions of Candy Crush can serve as a brief distraction during breaks or idle moments. It can be a quick and easily accessible activity that doesn't require a significant time commitment.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548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747 Thank You Tech Images, Stock Photos, 3D objects ...">
            <a:extLst>
              <a:ext uri="{FF2B5EF4-FFF2-40B4-BE49-F238E27FC236}">
                <a16:creationId xmlns:a16="http://schemas.microsoft.com/office/drawing/2014/main" id="{25AE0710-B442-9DFA-73FF-5B14381E2F7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285"/>
          <a:stretch/>
        </p:blipFill>
        <p:spPr bwMode="auto">
          <a:xfrm>
            <a:off x="1632999" y="1005909"/>
            <a:ext cx="8425401" cy="4917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03472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224</TotalTime>
  <Words>604</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Times New Roman</vt:lpstr>
      <vt:lpstr>Tw Cen MT</vt:lpstr>
      <vt:lpstr>Droplet</vt:lpstr>
      <vt:lpstr>PowerPoint Presentation</vt:lpstr>
      <vt:lpstr>PowerPoint Presentation</vt:lpstr>
      <vt:lpstr>ABSTRACT</vt:lpstr>
      <vt:lpstr>STATEMENT</vt:lpstr>
      <vt:lpstr>SYSTEM REQUIREMENTS SPECIFICATION </vt:lpstr>
      <vt:lpstr>HARDWARE REQUIREMENTS </vt:lpstr>
      <vt:lpstr>SOFTWARE REQUIREMENTS </vt:lpstr>
      <vt:lpstr>PROBLEM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DHARUN RAJU</dc:creator>
  <cp:lastModifiedBy>DHARUN RAJU</cp:lastModifiedBy>
  <cp:revision>6</cp:revision>
  <dcterms:created xsi:type="dcterms:W3CDTF">2023-12-25T16:15:11Z</dcterms:created>
  <dcterms:modified xsi:type="dcterms:W3CDTF">2024-01-01T05:08:06Z</dcterms:modified>
</cp:coreProperties>
</file>